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811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18" dt="2026-09-06T16:36:52.845"/>
    <p1510:client id="{4B7C07DE-04A5-9A43-BF41-A91ECEDC5E52}" v="6632" dt="2026-09-06T18:04:19.100"/>
    <p1510:client id="{70C612CA-DA05-829A-7421-91DF0A81E0C8}" v="13" dt="2026-09-06T17:08:21.665"/>
    <p1510:client id="{C031AC9F-5C66-AEE5-2713-4F90AF14B1AB}" v="56" dt="2026-09-06T17:47:22.68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734"/>
    <p:restoredTop sz="91483"/>
  </p:normalViewPr>
  <p:slideViewPr>
    <p:cSldViewPr snapToGrid="0">
      <p:cViewPr varScale="1">
        <p:scale>
          <a:sx n="107" d="100"/>
          <a:sy n="107" d="100"/>
        </p:scale>
        <p:origin x="43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ya Chandra Joshi" userId="e7261fbe-12b9-4cfb-87f9-0d786b344f5e" providerId="ADAL" clId="{137284DD-DEC2-5CE1-80AD-ECB585D479FF}"/>
    <pc:docChg chg="undo custSel addSld delSld modSld modMainMaster">
      <pc:chgData name="Aarya Chandra Joshi" userId="e7261fbe-12b9-4cfb-87f9-0d786b344f5e" providerId="ADAL" clId="{137284DD-DEC2-5CE1-80AD-ECB585D479FF}" dt="2026-09-07T05:11:58.503" v="8128" actId="20577"/>
      <pc:docMkLst>
        <pc:docMk/>
      </pc:docMkLst>
      <pc:sldChg chg="modSp mod">
        <pc:chgData name="Aarya Chandra Joshi" userId="e7261fbe-12b9-4cfb-87f9-0d786b344f5e" providerId="ADAL" clId="{137284DD-DEC2-5CE1-80AD-ECB585D479FF}" dt="2026-09-07T05:11:58.503" v="8128" actId="20577"/>
        <pc:sldMkLst>
          <pc:docMk/>
          <pc:sldMk cId="1742436294" sldId="256"/>
        </pc:sldMkLst>
        <pc:spChg chg="mod">
          <ac:chgData name="Aarya Chandra Joshi" userId="e7261fbe-12b9-4cfb-87f9-0d786b344f5e" providerId="ADAL" clId="{137284DD-DEC2-5CE1-80AD-ECB585D479FF}" dt="2026-09-06T15:46:02.940" v="1944" actId="120"/>
          <ac:spMkLst>
            <pc:docMk/>
            <pc:sldMk cId="1742436294" sldId="256"/>
            <ac:spMk id="2" creationId="{2C699E8C-7E52-06C9-89A4-974F8CD3AE5F}"/>
          </ac:spMkLst>
        </pc:spChg>
        <pc:spChg chg="mod">
          <ac:chgData name="Aarya Chandra Joshi" userId="e7261fbe-12b9-4cfb-87f9-0d786b344f5e" providerId="ADAL" clId="{137284DD-DEC2-5CE1-80AD-ECB585D479FF}" dt="2026-09-07T05:11:58.503" v="8128" actId="20577"/>
          <ac:spMkLst>
            <pc:docMk/>
            <pc:sldMk cId="1742436294" sldId="256"/>
            <ac:spMk id="3" creationId="{FB3843B6-63DB-007D-CC94-9C1D628C0E6C}"/>
          </ac:spMkLst>
        </pc:spChg>
      </pc:sldChg>
      <pc:sldChg chg="new del">
        <pc:chgData name="Aarya Chandra Joshi" userId="e7261fbe-12b9-4cfb-87f9-0d786b344f5e" providerId="ADAL" clId="{137284DD-DEC2-5CE1-80AD-ECB585D479FF}" dt="2026-09-06T15:15:02.667" v="354" actId="2696"/>
        <pc:sldMkLst>
          <pc:docMk/>
          <pc:sldMk cId="2409543419" sldId="257"/>
        </pc:sldMkLst>
      </pc:sldChg>
      <pc:sldChg chg="new del">
        <pc:chgData name="Aarya Chandra Joshi" userId="e7261fbe-12b9-4cfb-87f9-0d786b344f5e" providerId="ADAL" clId="{137284DD-DEC2-5CE1-80AD-ECB585D479FF}" dt="2026-09-06T15:14:54.482" v="352" actId="2696"/>
        <pc:sldMkLst>
          <pc:docMk/>
          <pc:sldMk cId="3565025723" sldId="257"/>
        </pc:sldMkLst>
      </pc:sldChg>
      <pc:sldChg chg="modSp new mod">
        <pc:chgData name="Aarya Chandra Joshi" userId="e7261fbe-12b9-4cfb-87f9-0d786b344f5e" providerId="ADAL" clId="{137284DD-DEC2-5CE1-80AD-ECB585D479FF}" dt="2026-09-06T17:50:23.615" v="7672" actId="20577"/>
        <pc:sldMkLst>
          <pc:docMk/>
          <pc:sldMk cId="3981812902" sldId="257"/>
        </pc:sldMkLst>
        <pc:spChg chg="mod">
          <ac:chgData name="Aarya Chandra Joshi" userId="e7261fbe-12b9-4cfb-87f9-0d786b344f5e" providerId="ADAL" clId="{137284DD-DEC2-5CE1-80AD-ECB585D479FF}" dt="2026-09-06T15:47:22.032" v="1950" actId="1076"/>
          <ac:spMkLst>
            <pc:docMk/>
            <pc:sldMk cId="3981812902" sldId="257"/>
            <ac:spMk id="2" creationId="{72D6C269-582A-F3F5-2D0E-1357764CD0FA}"/>
          </ac:spMkLst>
        </pc:spChg>
        <pc:spChg chg="mod">
          <ac:chgData name="Aarya Chandra Joshi" userId="e7261fbe-12b9-4cfb-87f9-0d786b344f5e" providerId="ADAL" clId="{137284DD-DEC2-5CE1-80AD-ECB585D479FF}" dt="2026-09-06T15:42:25.120" v="1602" actId="27636"/>
          <ac:spMkLst>
            <pc:docMk/>
            <pc:sldMk cId="3981812902" sldId="257"/>
            <ac:spMk id="3" creationId="{A4EF072A-7538-0C49-3CB2-C7E90A4D2034}"/>
          </ac:spMkLst>
        </pc:spChg>
        <pc:graphicFrameChg chg="mod">
          <ac:chgData name="Aarya Chandra Joshi" userId="e7261fbe-12b9-4cfb-87f9-0d786b344f5e" providerId="ADAL" clId="{137284DD-DEC2-5CE1-80AD-ECB585D479FF}" dt="2026-09-06T17:50:23.615" v="7672" actId="20577"/>
          <ac:graphicFrameMkLst>
            <pc:docMk/>
            <pc:sldMk cId="3981812902" sldId="257"/>
            <ac:graphicFrameMk id="11" creationId="{B00D346F-534C-787E-A442-16682A4DD065}"/>
          </ac:graphicFrameMkLst>
        </pc:graphicFrameChg>
        <pc:picChg chg="mod">
          <ac:chgData name="Aarya Chandra Joshi" userId="e7261fbe-12b9-4cfb-87f9-0d786b344f5e" providerId="ADAL" clId="{137284DD-DEC2-5CE1-80AD-ECB585D479FF}" dt="2026-09-06T15:46:32.506" v="1947" actId="14100"/>
          <ac:picMkLst>
            <pc:docMk/>
            <pc:sldMk cId="3981812902" sldId="257"/>
            <ac:picMk id="7" creationId="{AB41AD0D-60D3-DF46-C312-6880A91F7A83}"/>
          </ac:picMkLst>
        </pc:picChg>
      </pc:sldChg>
      <pc:sldChg chg="addSp delSp modSp new mod setBg">
        <pc:chgData name="Aarya Chandra Joshi" userId="e7261fbe-12b9-4cfb-87f9-0d786b344f5e" providerId="ADAL" clId="{137284DD-DEC2-5CE1-80AD-ECB585D479FF}" dt="2026-09-06T15:45:38.444" v="1942" actId="255"/>
        <pc:sldMkLst>
          <pc:docMk/>
          <pc:sldMk cId="593837158" sldId="258"/>
        </pc:sldMkLst>
        <pc:spChg chg="mod">
          <ac:chgData name="Aarya Chandra Joshi" userId="e7261fbe-12b9-4cfb-87f9-0d786b344f5e" providerId="ADAL" clId="{137284DD-DEC2-5CE1-80AD-ECB585D479FF}" dt="2026-09-06T15:44:05.986" v="1719" actId="20577"/>
          <ac:spMkLst>
            <pc:docMk/>
            <pc:sldMk cId="593837158" sldId="258"/>
            <ac:spMk id="2" creationId="{41B62BA6-3E4E-D66B-6973-2A218D6954D4}"/>
          </ac:spMkLst>
        </pc:spChg>
        <pc:spChg chg="mod">
          <ac:chgData name="Aarya Chandra Joshi" userId="e7261fbe-12b9-4cfb-87f9-0d786b344f5e" providerId="ADAL" clId="{137284DD-DEC2-5CE1-80AD-ECB585D479FF}" dt="2026-09-06T15:45:38.444" v="1942" actId="255"/>
          <ac:spMkLst>
            <pc:docMk/>
            <pc:sldMk cId="593837158" sldId="258"/>
            <ac:spMk id="3" creationId="{C6136E62-E729-F365-19F5-9741D2045E1F}"/>
          </ac:spMkLst>
        </pc:spChg>
        <pc:spChg chg="del">
          <ac:chgData name="Aarya Chandra Joshi" userId="e7261fbe-12b9-4cfb-87f9-0d786b344f5e" providerId="ADAL" clId="{137284DD-DEC2-5CE1-80AD-ECB585D479FF}" dt="2026-09-06T15:41:05.175" v="1585"/>
          <ac:spMkLst>
            <pc:docMk/>
            <pc:sldMk cId="593837158" sldId="258"/>
            <ac:spMk id="4" creationId="{86639F04-5C8F-B391-FA96-773489104642}"/>
          </ac:spMkLst>
        </pc:spChg>
        <pc:spChg chg="add">
          <ac:chgData name="Aarya Chandra Joshi" userId="e7261fbe-12b9-4cfb-87f9-0d786b344f5e" providerId="ADAL" clId="{137284DD-DEC2-5CE1-80AD-ECB585D479FF}" dt="2026-09-06T15:41:23.739" v="1587" actId="26606"/>
          <ac:spMkLst>
            <pc:docMk/>
            <pc:sldMk cId="593837158" sldId="258"/>
            <ac:spMk id="19" creationId="{6AD30037-67ED-4367-9BE0-45787510BF13}"/>
          </ac:spMkLst>
        </pc:spChg>
        <pc:grpChg chg="add">
          <ac:chgData name="Aarya Chandra Joshi" userId="e7261fbe-12b9-4cfb-87f9-0d786b344f5e" providerId="ADAL" clId="{137284DD-DEC2-5CE1-80AD-ECB585D479FF}" dt="2026-09-06T15:41:23.739" v="1587" actId="26606"/>
          <ac:grpSpMkLst>
            <pc:docMk/>
            <pc:sldMk cId="593837158" sldId="258"/>
            <ac:grpSpMk id="11" creationId="{260ACC13-B825-49F3-93DE-C8B8F2FA37A1}"/>
          </ac:grpSpMkLst>
        </pc:grpChg>
        <pc:grpChg chg="add">
          <ac:chgData name="Aarya Chandra Joshi" userId="e7261fbe-12b9-4cfb-87f9-0d786b344f5e" providerId="ADAL" clId="{137284DD-DEC2-5CE1-80AD-ECB585D479FF}" dt="2026-09-06T15:41:23.739" v="1587" actId="26606"/>
          <ac:grpSpMkLst>
            <pc:docMk/>
            <pc:sldMk cId="593837158" sldId="258"/>
            <ac:grpSpMk id="21" creationId="{50841A4E-5BC1-44B4-83CF-D524E8AEAD64}"/>
          </ac:grpSpMkLst>
        </pc:grpChg>
        <pc:picChg chg="add del mod">
          <ac:chgData name="Aarya Chandra Joshi" userId="e7261fbe-12b9-4cfb-87f9-0d786b344f5e" providerId="ADAL" clId="{137284DD-DEC2-5CE1-80AD-ECB585D479FF}" dt="2026-09-06T15:41:02.745" v="1584" actId="478"/>
          <ac:picMkLst>
            <pc:docMk/>
            <pc:sldMk cId="593837158" sldId="258"/>
            <ac:picMk id="5" creationId="{4C91A2E4-A4D7-C688-33C7-618C0CF7997F}"/>
          </ac:picMkLst>
        </pc:picChg>
        <pc:picChg chg="add mod ord">
          <ac:chgData name="Aarya Chandra Joshi" userId="e7261fbe-12b9-4cfb-87f9-0d786b344f5e" providerId="ADAL" clId="{137284DD-DEC2-5CE1-80AD-ECB585D479FF}" dt="2026-09-06T15:41:32.472" v="1589" actId="1076"/>
          <ac:picMkLst>
            <pc:docMk/>
            <pc:sldMk cId="593837158" sldId="258"/>
            <ac:picMk id="6" creationId="{52FDF5D2-5CE7-DC95-7B37-E1878A28F837}"/>
          </ac:picMkLst>
        </pc:picChg>
      </pc:sldChg>
      <pc:sldChg chg="modSp del">
        <pc:chgData name="Aarya Chandra Joshi" userId="e7261fbe-12b9-4cfb-87f9-0d786b344f5e" providerId="ADAL" clId="{137284DD-DEC2-5CE1-80AD-ECB585D479FF}" dt="2026-09-06T15:50:22.867" v="2036" actId="2696"/>
        <pc:sldMkLst>
          <pc:docMk/>
          <pc:sldMk cId="618277" sldId="259"/>
        </pc:sldMkLst>
        <pc:spChg chg="mod">
          <ac:chgData name="Aarya Chandra Joshi" userId="e7261fbe-12b9-4cfb-87f9-0d786b344f5e" providerId="ADAL" clId="{137284DD-DEC2-5CE1-80AD-ECB585D479FF}" dt="2026-09-06T15:42:38.662" v="1608"/>
          <ac:spMkLst>
            <pc:docMk/>
            <pc:sldMk cId="618277" sldId="259"/>
            <ac:spMk id="2" creationId="{6EFD7E9E-72F2-1E70-4C67-D86CAC801BF1}"/>
          </ac:spMkLst>
        </pc:spChg>
        <pc:spChg chg="mod">
          <ac:chgData name="Aarya Chandra Joshi" userId="e7261fbe-12b9-4cfb-87f9-0d786b344f5e" providerId="ADAL" clId="{137284DD-DEC2-5CE1-80AD-ECB585D479FF}" dt="2026-09-06T15:42:38.662" v="1608"/>
          <ac:spMkLst>
            <pc:docMk/>
            <pc:sldMk cId="618277" sldId="259"/>
            <ac:spMk id="3" creationId="{240DB4BF-8389-F17A-2A67-41732C1293FF}"/>
          </ac:spMkLst>
        </pc:spChg>
        <pc:spChg chg="mod">
          <ac:chgData name="Aarya Chandra Joshi" userId="e7261fbe-12b9-4cfb-87f9-0d786b344f5e" providerId="ADAL" clId="{137284DD-DEC2-5CE1-80AD-ECB585D479FF}" dt="2026-09-06T15:42:38.662" v="1608"/>
          <ac:spMkLst>
            <pc:docMk/>
            <pc:sldMk cId="618277" sldId="259"/>
            <ac:spMk id="4" creationId="{A33E801B-D248-B35A-CC3F-D3C9E17D275B}"/>
          </ac:spMkLst>
        </pc:spChg>
      </pc:sldChg>
      <pc:sldChg chg="addSp delSp modSp new mod setBg">
        <pc:chgData name="Aarya Chandra Joshi" userId="e7261fbe-12b9-4cfb-87f9-0d786b344f5e" providerId="ADAL" clId="{137284DD-DEC2-5CE1-80AD-ECB585D479FF}" dt="2026-09-06T15:53:31.790" v="2160" actId="478"/>
        <pc:sldMkLst>
          <pc:docMk/>
          <pc:sldMk cId="3922993146" sldId="259"/>
        </pc:sldMkLst>
        <pc:spChg chg="mod">
          <ac:chgData name="Aarya Chandra Joshi" userId="e7261fbe-12b9-4cfb-87f9-0d786b344f5e" providerId="ADAL" clId="{137284DD-DEC2-5CE1-80AD-ECB585D479FF}" dt="2026-09-06T15:53:10.937" v="2157" actId="26606"/>
          <ac:spMkLst>
            <pc:docMk/>
            <pc:sldMk cId="3922993146" sldId="259"/>
            <ac:spMk id="2" creationId="{82BC1CF0-CCCC-F6EC-B4B9-EDF1CECE5D7B}"/>
          </ac:spMkLst>
        </pc:spChg>
        <pc:spChg chg="add del mod">
          <ac:chgData name="Aarya Chandra Joshi" userId="e7261fbe-12b9-4cfb-87f9-0d786b344f5e" providerId="ADAL" clId="{137284DD-DEC2-5CE1-80AD-ECB585D479FF}" dt="2026-09-06T15:52:11.084" v="2153" actId="26606"/>
          <ac:spMkLst>
            <pc:docMk/>
            <pc:sldMk cId="3922993146" sldId="259"/>
            <ac:spMk id="3" creationId="{C400AEB8-CC31-CACC-A9D8-2C70C1B9CEEA}"/>
          </ac:spMkLst>
        </pc:spChg>
        <pc:spChg chg="del">
          <ac:chgData name="Aarya Chandra Joshi" userId="e7261fbe-12b9-4cfb-87f9-0d786b344f5e" providerId="ADAL" clId="{137284DD-DEC2-5CE1-80AD-ECB585D479FF}" dt="2026-09-06T15:50:40.924" v="2038" actId="478"/>
          <ac:spMkLst>
            <pc:docMk/>
            <pc:sldMk cId="3922993146" sldId="259"/>
            <ac:spMk id="4" creationId="{C4FA7135-8A47-F95C-31B4-70FD9CF0AB6E}"/>
          </ac:spMkLst>
        </pc:spChg>
        <pc:spChg chg="add del mod">
          <ac:chgData name="Aarya Chandra Joshi" userId="e7261fbe-12b9-4cfb-87f9-0d786b344f5e" providerId="ADAL" clId="{137284DD-DEC2-5CE1-80AD-ECB585D479FF}" dt="2026-09-06T15:53:10.937" v="2157" actId="26606"/>
          <ac:spMkLst>
            <pc:docMk/>
            <pc:sldMk cId="3922993146" sldId="259"/>
            <ac:spMk id="8" creationId="{C400AEB8-CC31-CACC-A9D8-2C70C1B9CEEA}"/>
          </ac:spMkLst>
        </pc:spChg>
        <pc:spChg chg="del">
          <ac:chgData name="Aarya Chandra Joshi" userId="e7261fbe-12b9-4cfb-87f9-0d786b344f5e" providerId="ADAL" clId="{137284DD-DEC2-5CE1-80AD-ECB585D479FF}" dt="2026-09-06T15:52:49.675" v="2154" actId="26606"/>
          <ac:spMkLst>
            <pc:docMk/>
            <pc:sldMk cId="3922993146" sldId="259"/>
            <ac:spMk id="18" creationId="{ED10CF64-F588-4794-80E9-12CBA1784939}"/>
          </ac:spMkLst>
        </pc:spChg>
        <pc:spChg chg="del">
          <ac:chgData name="Aarya Chandra Joshi" userId="e7261fbe-12b9-4cfb-87f9-0d786b344f5e" providerId="ADAL" clId="{137284DD-DEC2-5CE1-80AD-ECB585D479FF}" dt="2026-09-06T15:53:10.937" v="2157" actId="26606"/>
          <ac:spMkLst>
            <pc:docMk/>
            <pc:sldMk cId="3922993146" sldId="259"/>
            <ac:spMk id="21" creationId="{CBD94887-6A10-4F62-8EE1-B2BCFA1F380F}"/>
          </ac:spMkLst>
        </pc:spChg>
        <pc:spChg chg="add del">
          <ac:chgData name="Aarya Chandra Joshi" userId="e7261fbe-12b9-4cfb-87f9-0d786b344f5e" providerId="ADAL" clId="{137284DD-DEC2-5CE1-80AD-ECB585D479FF}" dt="2026-09-06T15:53:10.937" v="2157" actId="26606"/>
          <ac:spMkLst>
            <pc:docMk/>
            <pc:sldMk cId="3922993146" sldId="259"/>
            <ac:spMk id="25" creationId="{CBD94887-6A10-4F62-8EE1-B2BCFA1F380F}"/>
          </ac:spMkLst>
        </pc:spChg>
        <pc:spChg chg="add del">
          <ac:chgData name="Aarya Chandra Joshi" userId="e7261fbe-12b9-4cfb-87f9-0d786b344f5e" providerId="ADAL" clId="{137284DD-DEC2-5CE1-80AD-ECB585D479FF}" dt="2026-09-06T15:53:19.227" v="2158" actId="26606"/>
          <ac:spMkLst>
            <pc:docMk/>
            <pc:sldMk cId="3922993146" sldId="259"/>
            <ac:spMk id="31" creationId="{C400AEB8-CC31-CACC-A9D8-2C70C1B9CEEA}"/>
          </ac:spMkLst>
        </pc:spChg>
        <pc:spChg chg="add">
          <ac:chgData name="Aarya Chandra Joshi" userId="e7261fbe-12b9-4cfb-87f9-0d786b344f5e" providerId="ADAL" clId="{137284DD-DEC2-5CE1-80AD-ECB585D479FF}" dt="2026-09-06T15:53:10.937" v="2157" actId="26606"/>
          <ac:spMkLst>
            <pc:docMk/>
            <pc:sldMk cId="3922993146" sldId="259"/>
            <ac:spMk id="34" creationId="{8067CDDE-0F7A-4F6C-B7FA-0650DFC399B0}"/>
          </ac:spMkLst>
        </pc:spChg>
        <pc:spChg chg="add">
          <ac:chgData name="Aarya Chandra Joshi" userId="e7261fbe-12b9-4cfb-87f9-0d786b344f5e" providerId="ADAL" clId="{137284DD-DEC2-5CE1-80AD-ECB585D479FF}" dt="2026-09-06T15:53:10.937" v="2157" actId="26606"/>
          <ac:spMkLst>
            <pc:docMk/>
            <pc:sldMk cId="3922993146" sldId="259"/>
            <ac:spMk id="38" creationId="{A8635C30-AA94-45A1-A48E-3B9EF34DC2F1}"/>
          </ac:spMkLst>
        </pc:spChg>
        <pc:graphicFrameChg chg="add del">
          <ac:chgData name="Aarya Chandra Joshi" userId="e7261fbe-12b9-4cfb-87f9-0d786b344f5e" providerId="ADAL" clId="{137284DD-DEC2-5CE1-80AD-ECB585D479FF}" dt="2026-09-06T15:52:11.061" v="2152" actId="26606"/>
          <ac:graphicFrameMkLst>
            <pc:docMk/>
            <pc:sldMk cId="3922993146" sldId="259"/>
            <ac:graphicFrameMk id="5" creationId="{1F2E9F66-5D1C-8AD2-1AD2-BDB5D0BD82AC}"/>
          </ac:graphicFrameMkLst>
        </pc:graphicFrameChg>
        <pc:graphicFrameChg chg="add del">
          <ac:chgData name="Aarya Chandra Joshi" userId="e7261fbe-12b9-4cfb-87f9-0d786b344f5e" providerId="ADAL" clId="{137284DD-DEC2-5CE1-80AD-ECB585D479FF}" dt="2026-09-06T15:53:10.910" v="2156" actId="26606"/>
          <ac:graphicFrameMkLst>
            <pc:docMk/>
            <pc:sldMk cId="3922993146" sldId="259"/>
            <ac:graphicFrameMk id="29" creationId="{CE2B5730-AB5E-D147-840E-CC33A9CE6D9A}"/>
          </ac:graphicFrameMkLst>
        </pc:graphicFrameChg>
        <pc:graphicFrameChg chg="add">
          <ac:chgData name="Aarya Chandra Joshi" userId="e7261fbe-12b9-4cfb-87f9-0d786b344f5e" providerId="ADAL" clId="{137284DD-DEC2-5CE1-80AD-ECB585D479FF}" dt="2026-09-06T15:53:19.227" v="2158" actId="26606"/>
          <ac:graphicFrameMkLst>
            <pc:docMk/>
            <pc:sldMk cId="3922993146" sldId="259"/>
            <ac:graphicFrameMk id="40" creationId="{DB60B21A-D13C-E8F2-F91C-14CD4B3D61ED}"/>
          </ac:graphicFrameMkLst>
        </pc:graphicFrameChg>
        <pc:picChg chg="add del mod">
          <ac:chgData name="Aarya Chandra Joshi" userId="e7261fbe-12b9-4cfb-87f9-0d786b344f5e" providerId="ADAL" clId="{137284DD-DEC2-5CE1-80AD-ECB585D479FF}" dt="2026-09-06T15:53:31.790" v="2160" actId="478"/>
          <ac:picMkLst>
            <pc:docMk/>
            <pc:sldMk cId="3922993146" sldId="259"/>
            <ac:picMk id="7" creationId="{3E993074-C039-03D1-871A-CA207C072C33}"/>
          </ac:picMkLst>
        </pc:picChg>
        <pc:picChg chg="add">
          <ac:chgData name="Aarya Chandra Joshi" userId="e7261fbe-12b9-4cfb-87f9-0d786b344f5e" providerId="ADAL" clId="{137284DD-DEC2-5CE1-80AD-ECB585D479FF}" dt="2026-09-06T15:52:11.084" v="2153" actId="26606"/>
          <ac:picMkLst>
            <pc:docMk/>
            <pc:sldMk cId="3922993146" sldId="259"/>
            <ac:picMk id="9" creationId="{DF6A9299-1D12-47E2-9DD4-03342553C4AA}"/>
          </ac:picMkLst>
        </pc:picChg>
        <pc:picChg chg="del">
          <ac:chgData name="Aarya Chandra Joshi" userId="e7261fbe-12b9-4cfb-87f9-0d786b344f5e" providerId="ADAL" clId="{137284DD-DEC2-5CE1-80AD-ECB585D479FF}" dt="2026-09-06T15:52:49.675" v="2154" actId="26606"/>
          <ac:picMkLst>
            <pc:docMk/>
            <pc:sldMk cId="3922993146" sldId="259"/>
            <ac:picMk id="14" creationId="{DF6A9299-1D12-47E2-9DD4-03342553C4AA}"/>
          </ac:picMkLst>
        </pc:picChg>
        <pc:picChg chg="del">
          <ac:chgData name="Aarya Chandra Joshi" userId="e7261fbe-12b9-4cfb-87f9-0d786b344f5e" providerId="ADAL" clId="{137284DD-DEC2-5CE1-80AD-ECB585D479FF}" dt="2026-09-06T15:52:49.675" v="2154" actId="26606"/>
          <ac:picMkLst>
            <pc:docMk/>
            <pc:sldMk cId="3922993146" sldId="259"/>
            <ac:picMk id="16" creationId="{0C8B7D16-051E-4562-B872-ABF369C457CA}"/>
          </ac:picMkLst>
        </pc:picChg>
        <pc:picChg chg="del">
          <ac:chgData name="Aarya Chandra Joshi" userId="e7261fbe-12b9-4cfb-87f9-0d786b344f5e" providerId="ADAL" clId="{137284DD-DEC2-5CE1-80AD-ECB585D479FF}" dt="2026-09-06T15:53:10.937" v="2157" actId="26606"/>
          <ac:picMkLst>
            <pc:docMk/>
            <pc:sldMk cId="3922993146" sldId="259"/>
            <ac:picMk id="20" creationId="{DF6A9299-1D12-47E2-9DD4-03342553C4AA}"/>
          </ac:picMkLst>
        </pc:picChg>
        <pc:picChg chg="add del">
          <ac:chgData name="Aarya Chandra Joshi" userId="e7261fbe-12b9-4cfb-87f9-0d786b344f5e" providerId="ADAL" clId="{137284DD-DEC2-5CE1-80AD-ECB585D479FF}" dt="2026-09-06T15:53:10.937" v="2157" actId="26606"/>
          <ac:picMkLst>
            <pc:docMk/>
            <pc:sldMk cId="3922993146" sldId="259"/>
            <ac:picMk id="23" creationId="{DF6A9299-1D12-47E2-9DD4-03342553C4AA}"/>
          </ac:picMkLst>
        </pc:picChg>
        <pc:picChg chg="add">
          <ac:chgData name="Aarya Chandra Joshi" userId="e7261fbe-12b9-4cfb-87f9-0d786b344f5e" providerId="ADAL" clId="{137284DD-DEC2-5CE1-80AD-ECB585D479FF}" dt="2026-09-06T15:52:49.675" v="2154" actId="26606"/>
          <ac:picMkLst>
            <pc:docMk/>
            <pc:sldMk cId="3922993146" sldId="259"/>
            <ac:picMk id="27" creationId="{A3D512BA-228A-4979-9312-ACD246E1099D}"/>
          </ac:picMkLst>
        </pc:picChg>
        <pc:picChg chg="add">
          <ac:chgData name="Aarya Chandra Joshi" userId="e7261fbe-12b9-4cfb-87f9-0d786b344f5e" providerId="ADAL" clId="{137284DD-DEC2-5CE1-80AD-ECB585D479FF}" dt="2026-09-06T15:53:10.937" v="2157" actId="26606"/>
          <ac:picMkLst>
            <pc:docMk/>
            <pc:sldMk cId="3922993146" sldId="259"/>
            <ac:picMk id="36" creationId="{D512D38D-8965-434F-9A78-E2376070C67A}"/>
          </ac:picMkLst>
        </pc:picChg>
      </pc:sldChg>
      <pc:sldChg chg="addSp delSp modSp new mod">
        <pc:chgData name="Aarya Chandra Joshi" userId="e7261fbe-12b9-4cfb-87f9-0d786b344f5e" providerId="ADAL" clId="{137284DD-DEC2-5CE1-80AD-ECB585D479FF}" dt="2026-09-07T03:21:40.485" v="7880" actId="20577"/>
        <pc:sldMkLst>
          <pc:docMk/>
          <pc:sldMk cId="3042429290" sldId="260"/>
        </pc:sldMkLst>
        <pc:spChg chg="mod">
          <ac:chgData name="Aarya Chandra Joshi" userId="e7261fbe-12b9-4cfb-87f9-0d786b344f5e" providerId="ADAL" clId="{137284DD-DEC2-5CE1-80AD-ECB585D479FF}" dt="2026-09-06T16:00:16.999" v="2760" actId="1076"/>
          <ac:spMkLst>
            <pc:docMk/>
            <pc:sldMk cId="3042429290" sldId="260"/>
            <ac:spMk id="2" creationId="{57D35268-0FF4-8803-D46E-621A418BCE33}"/>
          </ac:spMkLst>
        </pc:spChg>
        <pc:spChg chg="mod">
          <ac:chgData name="Aarya Chandra Joshi" userId="e7261fbe-12b9-4cfb-87f9-0d786b344f5e" providerId="ADAL" clId="{137284DD-DEC2-5CE1-80AD-ECB585D479FF}" dt="2026-09-07T03:21:40.485" v="7880" actId="20577"/>
          <ac:spMkLst>
            <pc:docMk/>
            <pc:sldMk cId="3042429290" sldId="260"/>
            <ac:spMk id="3" creationId="{23C44CBB-7C8C-8741-233C-A3F66ECD8177}"/>
          </ac:spMkLst>
        </pc:spChg>
        <pc:spChg chg="del">
          <ac:chgData name="Aarya Chandra Joshi" userId="e7261fbe-12b9-4cfb-87f9-0d786b344f5e" providerId="ADAL" clId="{137284DD-DEC2-5CE1-80AD-ECB585D479FF}" dt="2026-09-06T16:00:15.471" v="2759"/>
          <ac:spMkLst>
            <pc:docMk/>
            <pc:sldMk cId="3042429290" sldId="260"/>
            <ac:spMk id="4" creationId="{D41FF3D1-520E-03E5-1C8C-EA5DA21B6FE5}"/>
          </ac:spMkLst>
        </pc:spChg>
        <pc:spChg chg="del mod">
          <ac:chgData name="Aarya Chandra Joshi" userId="e7261fbe-12b9-4cfb-87f9-0d786b344f5e" providerId="ADAL" clId="{137284DD-DEC2-5CE1-80AD-ECB585D479FF}" dt="2026-09-06T16:01:38.540" v="2763" actId="478"/>
          <ac:spMkLst>
            <pc:docMk/>
            <pc:sldMk cId="3042429290" sldId="260"/>
            <ac:spMk id="6" creationId="{5B73A452-AEB1-67DC-2A05-B92AEBD72ED7}"/>
          </ac:spMkLst>
        </pc:spChg>
        <pc:picChg chg="add mod">
          <ac:chgData name="Aarya Chandra Joshi" userId="e7261fbe-12b9-4cfb-87f9-0d786b344f5e" providerId="ADAL" clId="{137284DD-DEC2-5CE1-80AD-ECB585D479FF}" dt="2026-09-06T16:01:57.419" v="2765" actId="1076"/>
          <ac:picMkLst>
            <pc:docMk/>
            <pc:sldMk cId="3042429290" sldId="260"/>
            <ac:picMk id="8" creationId="{3DD6DB56-423A-72D4-DB84-329F54C73551}"/>
          </ac:picMkLst>
        </pc:picChg>
      </pc:sldChg>
      <pc:sldChg chg="modSp new mod">
        <pc:chgData name="Aarya Chandra Joshi" userId="e7261fbe-12b9-4cfb-87f9-0d786b344f5e" providerId="ADAL" clId="{137284DD-DEC2-5CE1-80AD-ECB585D479FF}" dt="2026-09-06T17:16:31.293" v="6088" actId="20577"/>
        <pc:sldMkLst>
          <pc:docMk/>
          <pc:sldMk cId="2866239338" sldId="261"/>
        </pc:sldMkLst>
        <pc:spChg chg="mod">
          <ac:chgData name="Aarya Chandra Joshi" userId="e7261fbe-12b9-4cfb-87f9-0d786b344f5e" providerId="ADAL" clId="{137284DD-DEC2-5CE1-80AD-ECB585D479FF}" dt="2026-09-06T16:03:38.744" v="2915" actId="313"/>
          <ac:spMkLst>
            <pc:docMk/>
            <pc:sldMk cId="2866239338" sldId="261"/>
            <ac:spMk id="2" creationId="{F3D9FEB4-2266-BE96-1C7C-797196BB1180}"/>
          </ac:spMkLst>
        </pc:spChg>
        <pc:spChg chg="mod">
          <ac:chgData name="Aarya Chandra Joshi" userId="e7261fbe-12b9-4cfb-87f9-0d786b344f5e" providerId="ADAL" clId="{137284DD-DEC2-5CE1-80AD-ECB585D479FF}" dt="2026-09-06T17:16:31.293" v="6088" actId="20577"/>
          <ac:spMkLst>
            <pc:docMk/>
            <pc:sldMk cId="2866239338" sldId="261"/>
            <ac:spMk id="3" creationId="{941FE59E-C143-FE69-3251-F3E6673CEE4C}"/>
          </ac:spMkLst>
        </pc:spChg>
      </pc:sldChg>
      <pc:sldChg chg="modSp new del mod">
        <pc:chgData name="Aarya Chandra Joshi" userId="e7261fbe-12b9-4cfb-87f9-0d786b344f5e" providerId="ADAL" clId="{137284DD-DEC2-5CE1-80AD-ECB585D479FF}" dt="2026-09-06T16:02:28.452" v="2769" actId="2696"/>
        <pc:sldMkLst>
          <pc:docMk/>
          <pc:sldMk cId="3300095230" sldId="261"/>
        </pc:sldMkLst>
        <pc:spChg chg="mod">
          <ac:chgData name="Aarya Chandra Joshi" userId="e7261fbe-12b9-4cfb-87f9-0d786b344f5e" providerId="ADAL" clId="{137284DD-DEC2-5CE1-80AD-ECB585D479FF}" dt="2026-09-06T16:02:15.967" v="2768" actId="20577"/>
          <ac:spMkLst>
            <pc:docMk/>
            <pc:sldMk cId="3300095230" sldId="261"/>
            <ac:spMk id="2" creationId="{8050A320-1A12-FA6D-D6BE-9A12D086C585}"/>
          </ac:spMkLst>
        </pc:spChg>
      </pc:sldChg>
      <pc:sldChg chg="modSp new mod">
        <pc:chgData name="Aarya Chandra Joshi" userId="e7261fbe-12b9-4cfb-87f9-0d786b344f5e" providerId="ADAL" clId="{137284DD-DEC2-5CE1-80AD-ECB585D479FF}" dt="2026-09-06T17:17:06.409" v="6154" actId="20577"/>
        <pc:sldMkLst>
          <pc:docMk/>
          <pc:sldMk cId="1827694708" sldId="262"/>
        </pc:sldMkLst>
        <pc:spChg chg="mod">
          <ac:chgData name="Aarya Chandra Joshi" userId="e7261fbe-12b9-4cfb-87f9-0d786b344f5e" providerId="ADAL" clId="{137284DD-DEC2-5CE1-80AD-ECB585D479FF}" dt="2026-09-06T16:05:48.248" v="3274" actId="20577"/>
          <ac:spMkLst>
            <pc:docMk/>
            <pc:sldMk cId="1827694708" sldId="262"/>
            <ac:spMk id="2" creationId="{EC48ACD6-A43C-DCAC-B319-F7303E3BEAB1}"/>
          </ac:spMkLst>
        </pc:spChg>
        <pc:spChg chg="mod">
          <ac:chgData name="Aarya Chandra Joshi" userId="e7261fbe-12b9-4cfb-87f9-0d786b344f5e" providerId="ADAL" clId="{137284DD-DEC2-5CE1-80AD-ECB585D479FF}" dt="2026-09-06T17:17:06.409" v="6154" actId="20577"/>
          <ac:spMkLst>
            <pc:docMk/>
            <pc:sldMk cId="1827694708" sldId="262"/>
            <ac:spMk id="3" creationId="{217E6C63-4446-9DC5-DA2A-D14C02DCFE91}"/>
          </ac:spMkLst>
        </pc:spChg>
      </pc:sldChg>
      <pc:sldChg chg="modSp new mod">
        <pc:chgData name="Aarya Chandra Joshi" userId="e7261fbe-12b9-4cfb-87f9-0d786b344f5e" providerId="ADAL" clId="{137284DD-DEC2-5CE1-80AD-ECB585D479FF}" dt="2026-09-06T17:17:23.316" v="6194" actId="20577"/>
        <pc:sldMkLst>
          <pc:docMk/>
          <pc:sldMk cId="4258185899" sldId="263"/>
        </pc:sldMkLst>
        <pc:spChg chg="mod">
          <ac:chgData name="Aarya Chandra Joshi" userId="e7261fbe-12b9-4cfb-87f9-0d786b344f5e" providerId="ADAL" clId="{137284DD-DEC2-5CE1-80AD-ECB585D479FF}" dt="2026-09-06T16:08:49.956" v="3653" actId="20577"/>
          <ac:spMkLst>
            <pc:docMk/>
            <pc:sldMk cId="4258185899" sldId="263"/>
            <ac:spMk id="2" creationId="{4C649E4E-633B-81FE-CFA9-EA8F5EBFCE5B}"/>
          </ac:spMkLst>
        </pc:spChg>
        <pc:spChg chg="mod">
          <ac:chgData name="Aarya Chandra Joshi" userId="e7261fbe-12b9-4cfb-87f9-0d786b344f5e" providerId="ADAL" clId="{137284DD-DEC2-5CE1-80AD-ECB585D479FF}" dt="2026-09-06T17:17:23.316" v="6194" actId="20577"/>
          <ac:spMkLst>
            <pc:docMk/>
            <pc:sldMk cId="4258185899" sldId="263"/>
            <ac:spMk id="3" creationId="{2E9CFCBC-6590-1DAC-0E26-27BEF75F83EF}"/>
          </ac:spMkLst>
        </pc:spChg>
      </pc:sldChg>
      <pc:sldChg chg="modSp new mod">
        <pc:chgData name="Aarya Chandra Joshi" userId="e7261fbe-12b9-4cfb-87f9-0d786b344f5e" providerId="ADAL" clId="{137284DD-DEC2-5CE1-80AD-ECB585D479FF}" dt="2026-09-07T03:20:50.013" v="7856" actId="20577"/>
        <pc:sldMkLst>
          <pc:docMk/>
          <pc:sldMk cId="1756572927" sldId="264"/>
        </pc:sldMkLst>
        <pc:spChg chg="mod">
          <ac:chgData name="Aarya Chandra Joshi" userId="e7261fbe-12b9-4cfb-87f9-0d786b344f5e" providerId="ADAL" clId="{137284DD-DEC2-5CE1-80AD-ECB585D479FF}" dt="2026-09-06T18:04:15.538" v="7757" actId="14100"/>
          <ac:spMkLst>
            <pc:docMk/>
            <pc:sldMk cId="1756572927" sldId="264"/>
            <ac:spMk id="2" creationId="{ACCEC2B3-1F0C-B6A2-CD80-D5DD5ED2BE19}"/>
          </ac:spMkLst>
        </pc:spChg>
        <pc:spChg chg="mod">
          <ac:chgData name="Aarya Chandra Joshi" userId="e7261fbe-12b9-4cfb-87f9-0d786b344f5e" providerId="ADAL" clId="{137284DD-DEC2-5CE1-80AD-ECB585D479FF}" dt="2026-09-07T03:20:50.013" v="7856" actId="20577"/>
          <ac:spMkLst>
            <pc:docMk/>
            <pc:sldMk cId="1756572927" sldId="264"/>
            <ac:spMk id="3" creationId="{DF6EDA01-C50B-8A8C-5657-2953A34DCB69}"/>
          </ac:spMkLst>
        </pc:spChg>
        <pc:picChg chg="mod">
          <ac:chgData name="Aarya Chandra Joshi" userId="e7261fbe-12b9-4cfb-87f9-0d786b344f5e" providerId="ADAL" clId="{137284DD-DEC2-5CE1-80AD-ECB585D479FF}" dt="2026-09-06T18:04:12.207" v="7756" actId="14100"/>
          <ac:picMkLst>
            <pc:docMk/>
            <pc:sldMk cId="1756572927" sldId="264"/>
            <ac:picMk id="5" creationId="{AA5AE508-4325-BE9C-E26A-1904084E7212}"/>
          </ac:picMkLst>
        </pc:picChg>
      </pc:sldChg>
      <pc:sldChg chg="addSp delSp modSp new mod modClrScheme chgLayout">
        <pc:chgData name="Aarya Chandra Joshi" userId="e7261fbe-12b9-4cfb-87f9-0d786b344f5e" providerId="ADAL" clId="{137284DD-DEC2-5CE1-80AD-ECB585D479FF}" dt="2026-09-07T03:47:04.433" v="8013" actId="700"/>
        <pc:sldMkLst>
          <pc:docMk/>
          <pc:sldMk cId="1610690383" sldId="265"/>
        </pc:sldMkLst>
        <pc:spChg chg="mod ord">
          <ac:chgData name="Aarya Chandra Joshi" userId="e7261fbe-12b9-4cfb-87f9-0d786b344f5e" providerId="ADAL" clId="{137284DD-DEC2-5CE1-80AD-ECB585D479FF}" dt="2026-09-07T03:47:04.433" v="8013" actId="700"/>
          <ac:spMkLst>
            <pc:docMk/>
            <pc:sldMk cId="1610690383" sldId="265"/>
            <ac:spMk id="2" creationId="{E1EDDE87-8F3E-9A0F-CAD9-AD49E00008B8}"/>
          </ac:spMkLst>
        </pc:spChg>
        <pc:spChg chg="mod ord">
          <ac:chgData name="Aarya Chandra Joshi" userId="e7261fbe-12b9-4cfb-87f9-0d786b344f5e" providerId="ADAL" clId="{137284DD-DEC2-5CE1-80AD-ECB585D479FF}" dt="2026-09-07T03:47:04.433" v="8013" actId="700"/>
          <ac:spMkLst>
            <pc:docMk/>
            <pc:sldMk cId="1610690383" sldId="265"/>
            <ac:spMk id="3" creationId="{687957A8-6AEB-5AE7-CB6F-ED776536A3D7}"/>
          </ac:spMkLst>
        </pc:spChg>
        <pc:spChg chg="add del mod ord">
          <ac:chgData name="Aarya Chandra Joshi" userId="e7261fbe-12b9-4cfb-87f9-0d786b344f5e" providerId="ADAL" clId="{137284DD-DEC2-5CE1-80AD-ECB585D479FF}" dt="2026-09-07T03:47:04.433" v="8013" actId="700"/>
          <ac:spMkLst>
            <pc:docMk/>
            <pc:sldMk cId="1610690383" sldId="265"/>
            <ac:spMk id="4" creationId="{CB7E21AC-71EF-3F1A-A7EA-B777C30DB439}"/>
          </ac:spMkLst>
        </pc:spChg>
      </pc:sldChg>
      <pc:sldChg chg="new del">
        <pc:chgData name="Aarya Chandra Joshi" userId="e7261fbe-12b9-4cfb-87f9-0d786b344f5e" providerId="ADAL" clId="{137284DD-DEC2-5CE1-80AD-ECB585D479FF}" dt="2026-09-06T16:17:37.550" v="4532" actId="2696"/>
        <pc:sldMkLst>
          <pc:docMk/>
          <pc:sldMk cId="1995519132" sldId="266"/>
        </pc:sldMkLst>
      </pc:sldChg>
      <pc:sldChg chg="addSp delSp modSp new del mod">
        <pc:chgData name="Aarya Chandra Joshi" userId="e7261fbe-12b9-4cfb-87f9-0d786b344f5e" providerId="ADAL" clId="{137284DD-DEC2-5CE1-80AD-ECB585D479FF}" dt="2026-09-06T16:33:21.611" v="5522" actId="2696"/>
        <pc:sldMkLst>
          <pc:docMk/>
          <pc:sldMk cId="3195638553" sldId="266"/>
        </pc:sldMkLst>
        <pc:spChg chg="mod">
          <ac:chgData name="Aarya Chandra Joshi" userId="e7261fbe-12b9-4cfb-87f9-0d786b344f5e" providerId="ADAL" clId="{137284DD-DEC2-5CE1-80AD-ECB585D479FF}" dt="2026-09-06T16:17:49.964" v="4548" actId="20577"/>
          <ac:spMkLst>
            <pc:docMk/>
            <pc:sldMk cId="3195638553" sldId="266"/>
            <ac:spMk id="2" creationId="{F5981CD8-6B96-9824-5C15-221108061F9D}"/>
          </ac:spMkLst>
        </pc:spChg>
        <pc:spChg chg="mod">
          <ac:chgData name="Aarya Chandra Joshi" userId="e7261fbe-12b9-4cfb-87f9-0d786b344f5e" providerId="ADAL" clId="{137284DD-DEC2-5CE1-80AD-ECB585D479FF}" dt="2026-09-06T16:17:59.910" v="4578" actId="20577"/>
          <ac:spMkLst>
            <pc:docMk/>
            <pc:sldMk cId="3195638553" sldId="266"/>
            <ac:spMk id="3" creationId="{5C96021B-20E6-F712-D756-927A39791189}"/>
          </ac:spMkLst>
        </pc:spChg>
        <pc:spChg chg="mod">
          <ac:chgData name="Aarya Chandra Joshi" userId="e7261fbe-12b9-4cfb-87f9-0d786b344f5e" providerId="ADAL" clId="{137284DD-DEC2-5CE1-80AD-ECB585D479FF}" dt="2026-09-06T16:19:20.007" v="4778" actId="14100"/>
          <ac:spMkLst>
            <pc:docMk/>
            <pc:sldMk cId="3195638553" sldId="266"/>
            <ac:spMk id="4" creationId="{957B1E9C-2212-ED47-DEBD-5BB23273A0C4}"/>
          </ac:spMkLst>
        </pc:spChg>
        <pc:spChg chg="mod">
          <ac:chgData name="Aarya Chandra Joshi" userId="e7261fbe-12b9-4cfb-87f9-0d786b344f5e" providerId="ADAL" clId="{137284DD-DEC2-5CE1-80AD-ECB585D479FF}" dt="2026-09-06T16:18:06.465" v="4590" actId="20577"/>
          <ac:spMkLst>
            <pc:docMk/>
            <pc:sldMk cId="3195638553" sldId="266"/>
            <ac:spMk id="5" creationId="{CCEDB1C8-74D2-6C19-CA4C-A1D020AB2D20}"/>
          </ac:spMkLst>
        </pc:spChg>
        <pc:spChg chg="mod">
          <ac:chgData name="Aarya Chandra Joshi" userId="e7261fbe-12b9-4cfb-87f9-0d786b344f5e" providerId="ADAL" clId="{137284DD-DEC2-5CE1-80AD-ECB585D479FF}" dt="2026-09-06T16:19:23.430" v="4779" actId="14100"/>
          <ac:spMkLst>
            <pc:docMk/>
            <pc:sldMk cId="3195638553" sldId="266"/>
            <ac:spMk id="6" creationId="{25BA9226-4747-1F0E-E39B-CC89D625026E}"/>
          </ac:spMkLst>
        </pc:spChg>
        <pc:spChg chg="add del mod">
          <ac:chgData name="Aarya Chandra Joshi" userId="e7261fbe-12b9-4cfb-87f9-0d786b344f5e" providerId="ADAL" clId="{137284DD-DEC2-5CE1-80AD-ECB585D479FF}" dt="2026-09-06T16:19:33.121" v="4781" actId="478"/>
          <ac:spMkLst>
            <pc:docMk/>
            <pc:sldMk cId="3195638553" sldId="266"/>
            <ac:spMk id="7" creationId="{A73520C8-B17C-4B0C-738A-B18612630CA4}"/>
          </ac:spMkLst>
        </pc:spChg>
        <pc:spChg chg="add del mod">
          <ac:chgData name="Aarya Chandra Joshi" userId="e7261fbe-12b9-4cfb-87f9-0d786b344f5e" providerId="ADAL" clId="{137284DD-DEC2-5CE1-80AD-ECB585D479FF}" dt="2026-09-06T16:22:39.548" v="4926" actId="21"/>
          <ac:spMkLst>
            <pc:docMk/>
            <pc:sldMk cId="3195638553" sldId="266"/>
            <ac:spMk id="8" creationId="{029BA42F-FEAA-40CE-D60C-0B0FD2A54E0F}"/>
          </ac:spMkLst>
        </pc:spChg>
      </pc:sldChg>
      <pc:sldChg chg="modSp new mod">
        <pc:chgData name="Aarya Chandra Joshi" userId="e7261fbe-12b9-4cfb-87f9-0d786b344f5e" providerId="ADAL" clId="{137284DD-DEC2-5CE1-80AD-ECB585D479FF}" dt="2026-09-06T16:25:44.038" v="5221" actId="1076"/>
        <pc:sldMkLst>
          <pc:docMk/>
          <pc:sldMk cId="466678903" sldId="267"/>
        </pc:sldMkLst>
        <pc:spChg chg="mod">
          <ac:chgData name="Aarya Chandra Joshi" userId="e7261fbe-12b9-4cfb-87f9-0d786b344f5e" providerId="ADAL" clId="{137284DD-DEC2-5CE1-80AD-ECB585D479FF}" dt="2026-09-06T16:23:24.217" v="4944" actId="20577"/>
          <ac:spMkLst>
            <pc:docMk/>
            <pc:sldMk cId="466678903" sldId="267"/>
            <ac:spMk id="2" creationId="{685B4D89-2D2F-A264-A621-7A018EF8A957}"/>
          </ac:spMkLst>
        </pc:spChg>
        <pc:spChg chg="mod">
          <ac:chgData name="Aarya Chandra Joshi" userId="e7261fbe-12b9-4cfb-87f9-0d786b344f5e" providerId="ADAL" clId="{137284DD-DEC2-5CE1-80AD-ECB585D479FF}" dt="2026-09-06T16:25:44.038" v="5221" actId="1076"/>
          <ac:spMkLst>
            <pc:docMk/>
            <pc:sldMk cId="466678903" sldId="267"/>
            <ac:spMk id="3" creationId="{C90EF4AD-402A-DEC2-AED5-39C8D859C3CF}"/>
          </ac:spMkLst>
        </pc:spChg>
      </pc:sldChg>
      <pc:sldChg chg="new del">
        <pc:chgData name="Aarya Chandra Joshi" userId="e7261fbe-12b9-4cfb-87f9-0d786b344f5e" providerId="ADAL" clId="{137284DD-DEC2-5CE1-80AD-ECB585D479FF}" dt="2026-09-06T16:22:49.959" v="4928" actId="2696"/>
        <pc:sldMkLst>
          <pc:docMk/>
          <pc:sldMk cId="1515300236" sldId="267"/>
        </pc:sldMkLst>
      </pc:sldChg>
      <pc:sldChg chg="addSp delSp modSp mod setBg setClrOvrMap">
        <pc:chgData name="Aarya Chandra Joshi" userId="e7261fbe-12b9-4cfb-87f9-0d786b344f5e" providerId="ADAL" clId="{137284DD-DEC2-5CE1-80AD-ECB585D479FF}" dt="2026-09-06T17:42:16.359" v="7248" actId="1076"/>
        <pc:sldMkLst>
          <pc:docMk/>
          <pc:sldMk cId="3820309788" sldId="268"/>
        </pc:sldMkLst>
        <pc:spChg chg="mod">
          <ac:chgData name="Aarya Chandra Joshi" userId="e7261fbe-12b9-4cfb-87f9-0d786b344f5e" providerId="ADAL" clId="{137284DD-DEC2-5CE1-80AD-ECB585D479FF}" dt="2026-09-06T17:38:25.238" v="6948" actId="1076"/>
          <ac:spMkLst>
            <pc:docMk/>
            <pc:sldMk cId="3820309788" sldId="268"/>
            <ac:spMk id="2" creationId="{8CC2851A-BBFC-2A75-9C6A-A3EF6C168C9B}"/>
          </ac:spMkLst>
        </pc:spChg>
        <pc:spChg chg="mod">
          <ac:chgData name="Aarya Chandra Joshi" userId="e7261fbe-12b9-4cfb-87f9-0d786b344f5e" providerId="ADAL" clId="{137284DD-DEC2-5CE1-80AD-ECB585D479FF}" dt="2026-09-06T17:37:18.308" v="6942" actId="1076"/>
          <ac:spMkLst>
            <pc:docMk/>
            <pc:sldMk cId="3820309788" sldId="268"/>
            <ac:spMk id="3" creationId="{15F4DA11-1D42-052E-B3BB-4CEF899EBDB2}"/>
          </ac:spMkLst>
        </pc:spChg>
        <pc:spChg chg="del mod">
          <ac:chgData name="Aarya Chandra Joshi" userId="e7261fbe-12b9-4cfb-87f9-0d786b344f5e" providerId="ADAL" clId="{137284DD-DEC2-5CE1-80AD-ECB585D479FF}" dt="2026-09-06T16:31:24.190" v="5366" actId="478"/>
          <ac:spMkLst>
            <pc:docMk/>
            <pc:sldMk cId="3820309788" sldId="268"/>
            <ac:spMk id="3" creationId="{5B450DB3-21D0-A664-82C2-5182707B2D07}"/>
          </ac:spMkLst>
        </pc:spChg>
        <pc:spChg chg="del mod">
          <ac:chgData name="Aarya Chandra Joshi" userId="e7261fbe-12b9-4cfb-87f9-0d786b344f5e" providerId="ADAL" clId="{137284DD-DEC2-5CE1-80AD-ECB585D479FF}" dt="2026-09-06T16:31:12.851" v="5365" actId="478"/>
          <ac:spMkLst>
            <pc:docMk/>
            <pc:sldMk cId="3820309788" sldId="268"/>
            <ac:spMk id="5" creationId="{4742BE98-38A6-C090-816C-399CA6032C71}"/>
          </ac:spMkLst>
        </pc:spChg>
        <pc:spChg chg="add mod">
          <ac:chgData name="Aarya Chandra Joshi" userId="e7261fbe-12b9-4cfb-87f9-0d786b344f5e" providerId="ADAL" clId="{137284DD-DEC2-5CE1-80AD-ECB585D479FF}" dt="2026-09-06T17:42:16.359" v="7248" actId="1076"/>
          <ac:spMkLst>
            <pc:docMk/>
            <pc:sldMk cId="3820309788" sldId="268"/>
            <ac:spMk id="5" creationId="{DE8CF86F-C912-DB4D-B15C-34A44C028A48}"/>
          </ac:spMkLst>
        </pc:spChg>
        <pc:spChg chg="add del mod">
          <ac:chgData name="Aarya Chandra Joshi" userId="e7261fbe-12b9-4cfb-87f9-0d786b344f5e" providerId="ADAL" clId="{137284DD-DEC2-5CE1-80AD-ECB585D479FF}" dt="2026-09-06T16:31:26.510" v="5367" actId="478"/>
          <ac:spMkLst>
            <pc:docMk/>
            <pc:sldMk cId="3820309788" sldId="268"/>
            <ac:spMk id="7" creationId="{7B90C1EE-4C22-9D7D-AEC7-537AC529BC52}"/>
          </ac:spMkLst>
        </pc:spChg>
        <pc:spChg chg="add">
          <ac:chgData name="Aarya Chandra Joshi" userId="e7261fbe-12b9-4cfb-87f9-0d786b344f5e" providerId="ADAL" clId="{137284DD-DEC2-5CE1-80AD-ECB585D479FF}" dt="2026-09-06T17:06:09.426" v="6011" actId="26606"/>
          <ac:spMkLst>
            <pc:docMk/>
            <pc:sldMk cId="3820309788" sldId="268"/>
            <ac:spMk id="11" creationId="{1F94DC1C-47D1-41D7-8B1B-9A036D614027}"/>
          </ac:spMkLst>
        </pc:spChg>
        <pc:spChg chg="add">
          <ac:chgData name="Aarya Chandra Joshi" userId="e7261fbe-12b9-4cfb-87f9-0d786b344f5e" providerId="ADAL" clId="{137284DD-DEC2-5CE1-80AD-ECB585D479FF}" dt="2026-09-06T17:06:09.426" v="6011" actId="26606"/>
          <ac:spMkLst>
            <pc:docMk/>
            <pc:sldMk cId="3820309788" sldId="268"/>
            <ac:spMk id="15" creationId="{AC12A592-C02D-46EF-8E1F-9335DB8D71DF}"/>
          </ac:spMkLst>
        </pc:spChg>
        <pc:spChg chg="add">
          <ac:chgData name="Aarya Chandra Joshi" userId="e7261fbe-12b9-4cfb-87f9-0d786b344f5e" providerId="ADAL" clId="{137284DD-DEC2-5CE1-80AD-ECB585D479FF}" dt="2026-09-06T17:06:09.426" v="6011" actId="26606"/>
          <ac:spMkLst>
            <pc:docMk/>
            <pc:sldMk cId="3820309788" sldId="268"/>
            <ac:spMk id="17" creationId="{24005816-5BCA-4665-8A58-5580F8E9C84A}"/>
          </ac:spMkLst>
        </pc:spChg>
        <pc:grpChg chg="add">
          <ac:chgData name="Aarya Chandra Joshi" userId="e7261fbe-12b9-4cfb-87f9-0d786b344f5e" providerId="ADAL" clId="{137284DD-DEC2-5CE1-80AD-ECB585D479FF}" dt="2026-09-06T17:06:09.426" v="6011" actId="26606"/>
          <ac:grpSpMkLst>
            <pc:docMk/>
            <pc:sldMk cId="3820309788" sldId="268"/>
            <ac:grpSpMk id="19" creationId="{BF07F359-8CA3-4854-91E7-EE6004020511}"/>
          </ac:grpSpMkLst>
        </pc:grpChg>
        <pc:graphicFrameChg chg="add mod ord modGraphic">
          <ac:chgData name="Aarya Chandra Joshi" userId="e7261fbe-12b9-4cfb-87f9-0d786b344f5e" providerId="ADAL" clId="{137284DD-DEC2-5CE1-80AD-ECB585D479FF}" dt="2026-09-06T17:06:09.426" v="6011" actId="26606"/>
          <ac:graphicFrameMkLst>
            <pc:docMk/>
            <pc:sldMk cId="3820309788" sldId="268"/>
            <ac:graphicFrameMk id="4" creationId="{B3E9D075-9B84-0A0B-5346-2697CA5EBE5F}"/>
          </ac:graphicFrameMkLst>
        </pc:graphicFrameChg>
        <pc:picChg chg="add">
          <ac:chgData name="Aarya Chandra Joshi" userId="e7261fbe-12b9-4cfb-87f9-0d786b344f5e" providerId="ADAL" clId="{137284DD-DEC2-5CE1-80AD-ECB585D479FF}" dt="2026-09-06T17:06:09.426" v="6011" actId="26606"/>
          <ac:picMkLst>
            <pc:docMk/>
            <pc:sldMk cId="3820309788" sldId="268"/>
            <ac:picMk id="6" creationId="{6AF6706C-CF07-43A1-BCC4-CBA5D33820DA}"/>
          </ac:picMkLst>
        </pc:picChg>
        <pc:picChg chg="del">
          <ac:chgData name="Aarya Chandra Joshi" userId="e7261fbe-12b9-4cfb-87f9-0d786b344f5e" providerId="ADAL" clId="{137284DD-DEC2-5CE1-80AD-ECB585D479FF}" dt="2026-09-06T17:05:46.925" v="6008" actId="26606"/>
          <ac:picMkLst>
            <pc:docMk/>
            <pc:sldMk cId="3820309788" sldId="268"/>
            <ac:picMk id="9" creationId="{6AF6706C-CF07-43A1-BCC4-CBA5D33820DA}"/>
          </ac:picMkLst>
        </pc:picChg>
        <pc:picChg chg="add">
          <ac:chgData name="Aarya Chandra Joshi" userId="e7261fbe-12b9-4cfb-87f9-0d786b344f5e" providerId="ADAL" clId="{137284DD-DEC2-5CE1-80AD-ECB585D479FF}" dt="2026-09-06T17:06:09.426" v="6011" actId="26606"/>
          <ac:picMkLst>
            <pc:docMk/>
            <pc:sldMk cId="3820309788" sldId="268"/>
            <ac:picMk id="13" creationId="{811383CE-CE86-4E1C-B289-798EB9E6E0E5}"/>
          </ac:picMkLst>
        </pc:picChg>
      </pc:sldChg>
      <pc:sldChg chg="modSp new mod">
        <pc:chgData name="Aarya Chandra Joshi" userId="e7261fbe-12b9-4cfb-87f9-0d786b344f5e" providerId="ADAL" clId="{137284DD-DEC2-5CE1-80AD-ECB585D479FF}" dt="2026-09-06T17:29:06.172" v="6643" actId="20577"/>
        <pc:sldMkLst>
          <pc:docMk/>
          <pc:sldMk cId="2462539571" sldId="269"/>
        </pc:sldMkLst>
        <pc:spChg chg="mod">
          <ac:chgData name="Aarya Chandra Joshi" userId="e7261fbe-12b9-4cfb-87f9-0d786b344f5e" providerId="ADAL" clId="{137284DD-DEC2-5CE1-80AD-ECB585D479FF}" dt="2026-09-06T16:31:57.886" v="5369" actId="313"/>
          <ac:spMkLst>
            <pc:docMk/>
            <pc:sldMk cId="2462539571" sldId="269"/>
            <ac:spMk id="2" creationId="{1A454D24-B909-8596-21CB-4582BC8783D5}"/>
          </ac:spMkLst>
        </pc:spChg>
        <pc:spChg chg="mod">
          <ac:chgData name="Aarya Chandra Joshi" userId="e7261fbe-12b9-4cfb-87f9-0d786b344f5e" providerId="ADAL" clId="{137284DD-DEC2-5CE1-80AD-ECB585D479FF}" dt="2026-09-06T17:29:06.172" v="6643" actId="20577"/>
          <ac:spMkLst>
            <pc:docMk/>
            <pc:sldMk cId="2462539571" sldId="269"/>
            <ac:spMk id="3" creationId="{ABA993FD-94EA-3802-A454-69DEC270BDC4}"/>
          </ac:spMkLst>
        </pc:spChg>
      </pc:sldChg>
      <pc:sldChg chg="addSp delSp modSp new mod">
        <pc:chgData name="Aarya Chandra Joshi" userId="e7261fbe-12b9-4cfb-87f9-0d786b344f5e" providerId="ADAL" clId="{137284DD-DEC2-5CE1-80AD-ECB585D479FF}" dt="2026-09-06T16:59:46.418" v="5547" actId="26606"/>
        <pc:sldMkLst>
          <pc:docMk/>
          <pc:sldMk cId="732737528" sldId="270"/>
        </pc:sldMkLst>
        <pc:spChg chg="mod">
          <ac:chgData name="Aarya Chandra Joshi" userId="e7261fbe-12b9-4cfb-87f9-0d786b344f5e" providerId="ADAL" clId="{137284DD-DEC2-5CE1-80AD-ECB585D479FF}" dt="2026-09-06T16:59:22.766" v="5544" actId="20577"/>
          <ac:spMkLst>
            <pc:docMk/>
            <pc:sldMk cId="732737528" sldId="270"/>
            <ac:spMk id="2" creationId="{BC2A0CFE-FFF0-2B3D-3228-25ACB4A93379}"/>
          </ac:spMkLst>
        </pc:spChg>
        <pc:spChg chg="del mod">
          <ac:chgData name="Aarya Chandra Joshi" userId="e7261fbe-12b9-4cfb-87f9-0d786b344f5e" providerId="ADAL" clId="{137284DD-DEC2-5CE1-80AD-ECB585D479FF}" dt="2026-09-06T16:59:46.418" v="5547" actId="26606"/>
          <ac:spMkLst>
            <pc:docMk/>
            <pc:sldMk cId="732737528" sldId="270"/>
            <ac:spMk id="3" creationId="{1E757C55-8C5D-BB5C-D300-3F96D1D9FE15}"/>
          </ac:spMkLst>
        </pc:spChg>
        <pc:graphicFrameChg chg="add">
          <ac:chgData name="Aarya Chandra Joshi" userId="e7261fbe-12b9-4cfb-87f9-0d786b344f5e" providerId="ADAL" clId="{137284DD-DEC2-5CE1-80AD-ECB585D479FF}" dt="2026-09-06T16:59:46.418" v="5547" actId="26606"/>
          <ac:graphicFrameMkLst>
            <pc:docMk/>
            <pc:sldMk cId="732737528" sldId="270"/>
            <ac:graphicFrameMk id="5" creationId="{401FC8FB-FCB6-4837-BA13-F13D4060AFB1}"/>
          </ac:graphicFrameMkLst>
        </pc:graphicFrameChg>
      </pc:sldChg>
      <pc:sldChg chg="modSp new mod">
        <pc:chgData name="Aarya Chandra Joshi" userId="e7261fbe-12b9-4cfb-87f9-0d786b344f5e" providerId="ADAL" clId="{137284DD-DEC2-5CE1-80AD-ECB585D479FF}" dt="2026-09-07T05:06:03.802" v="8123" actId="20577"/>
        <pc:sldMkLst>
          <pc:docMk/>
          <pc:sldMk cId="238206840" sldId="271"/>
        </pc:sldMkLst>
        <pc:spChg chg="mod">
          <ac:chgData name="Aarya Chandra Joshi" userId="e7261fbe-12b9-4cfb-87f9-0d786b344f5e" providerId="ADAL" clId="{137284DD-DEC2-5CE1-80AD-ECB585D479FF}" dt="2026-09-06T17:00:16.665" v="5589" actId="20577"/>
          <ac:spMkLst>
            <pc:docMk/>
            <pc:sldMk cId="238206840" sldId="271"/>
            <ac:spMk id="2" creationId="{6F1FDEAD-EF57-0950-180D-5AF89A4976DD}"/>
          </ac:spMkLst>
        </pc:spChg>
        <pc:spChg chg="mod">
          <ac:chgData name="Aarya Chandra Joshi" userId="e7261fbe-12b9-4cfb-87f9-0d786b344f5e" providerId="ADAL" clId="{137284DD-DEC2-5CE1-80AD-ECB585D479FF}" dt="2026-09-07T05:06:03.802" v="8123" actId="20577"/>
          <ac:spMkLst>
            <pc:docMk/>
            <pc:sldMk cId="238206840" sldId="271"/>
            <ac:spMk id="3" creationId="{C8364E31-E0B3-E8DB-04C5-E64CB476DAF2}"/>
          </ac:spMkLst>
        </pc:spChg>
      </pc:sldChg>
      <pc:sldChg chg="addSp delSp modSp new mod setBg setClrOvrMap">
        <pc:chgData name="Aarya Chandra Joshi" userId="e7261fbe-12b9-4cfb-87f9-0d786b344f5e" providerId="ADAL" clId="{137284DD-DEC2-5CE1-80AD-ECB585D479FF}" dt="2026-09-07T05:07:50.732" v="8125" actId="20577"/>
        <pc:sldMkLst>
          <pc:docMk/>
          <pc:sldMk cId="92355135" sldId="272"/>
        </pc:sldMkLst>
        <pc:spChg chg="mod">
          <ac:chgData name="Aarya Chandra Joshi" userId="e7261fbe-12b9-4cfb-87f9-0d786b344f5e" providerId="ADAL" clId="{137284DD-DEC2-5CE1-80AD-ECB585D479FF}" dt="2026-09-06T17:06:18.088" v="6012" actId="26606"/>
          <ac:spMkLst>
            <pc:docMk/>
            <pc:sldMk cId="92355135" sldId="272"/>
            <ac:spMk id="2" creationId="{7D4BF0FF-3B63-A5A3-95FD-ABA5C08CEE86}"/>
          </ac:spMkLst>
        </pc:spChg>
        <pc:spChg chg="add">
          <ac:chgData name="Aarya Chandra Joshi" userId="e7261fbe-12b9-4cfb-87f9-0d786b344f5e" providerId="ADAL" clId="{137284DD-DEC2-5CE1-80AD-ECB585D479FF}" dt="2026-09-06T17:06:18.088" v="6012" actId="26606"/>
          <ac:spMkLst>
            <pc:docMk/>
            <pc:sldMk cId="92355135" sldId="272"/>
            <ac:spMk id="15" creationId="{1F94DC1C-47D1-41D7-8B1B-9A036D614027}"/>
          </ac:spMkLst>
        </pc:spChg>
        <pc:spChg chg="add">
          <ac:chgData name="Aarya Chandra Joshi" userId="e7261fbe-12b9-4cfb-87f9-0d786b344f5e" providerId="ADAL" clId="{137284DD-DEC2-5CE1-80AD-ECB585D479FF}" dt="2026-09-06T17:06:18.088" v="6012" actId="26606"/>
          <ac:spMkLst>
            <pc:docMk/>
            <pc:sldMk cId="92355135" sldId="272"/>
            <ac:spMk id="19" creationId="{AC12A592-C02D-46EF-8E1F-9335DB8D71DF}"/>
          </ac:spMkLst>
        </pc:spChg>
        <pc:spChg chg="add">
          <ac:chgData name="Aarya Chandra Joshi" userId="e7261fbe-12b9-4cfb-87f9-0d786b344f5e" providerId="ADAL" clId="{137284DD-DEC2-5CE1-80AD-ECB585D479FF}" dt="2026-09-06T17:06:18.088" v="6012" actId="26606"/>
          <ac:spMkLst>
            <pc:docMk/>
            <pc:sldMk cId="92355135" sldId="272"/>
            <ac:spMk id="21" creationId="{24005816-5BCA-4665-8A58-5580F8E9C84A}"/>
          </ac:spMkLst>
        </pc:spChg>
        <pc:grpChg chg="add">
          <ac:chgData name="Aarya Chandra Joshi" userId="e7261fbe-12b9-4cfb-87f9-0d786b344f5e" providerId="ADAL" clId="{137284DD-DEC2-5CE1-80AD-ECB585D479FF}" dt="2026-09-06T17:06:18.088" v="6012" actId="26606"/>
          <ac:grpSpMkLst>
            <pc:docMk/>
            <pc:sldMk cId="92355135" sldId="272"/>
            <ac:grpSpMk id="23" creationId="{BF07F359-8CA3-4854-91E7-EE6004020511}"/>
          </ac:grpSpMkLst>
        </pc:grpChg>
        <pc:graphicFrameChg chg="add mod modGraphic">
          <ac:chgData name="Aarya Chandra Joshi" userId="e7261fbe-12b9-4cfb-87f9-0d786b344f5e" providerId="ADAL" clId="{137284DD-DEC2-5CE1-80AD-ECB585D479FF}" dt="2026-09-07T05:07:50.732" v="8125" actId="20577"/>
          <ac:graphicFrameMkLst>
            <pc:docMk/>
            <pc:sldMk cId="92355135" sldId="272"/>
            <ac:graphicFrameMk id="3" creationId="{A68EE743-66EA-DE84-F1EC-C4AEB3CCD104}"/>
          </ac:graphicFrameMkLst>
        </pc:graphicFrameChg>
        <pc:picChg chg="del">
          <ac:chgData name="Aarya Chandra Joshi" userId="e7261fbe-12b9-4cfb-87f9-0d786b344f5e" providerId="ADAL" clId="{137284DD-DEC2-5CE1-80AD-ECB585D479FF}" dt="2026-09-06T17:06:18.088" v="6012" actId="26606"/>
          <ac:picMkLst>
            <pc:docMk/>
            <pc:sldMk cId="92355135" sldId="272"/>
            <ac:picMk id="8" creationId="{6AF6706C-CF07-43A1-BCC4-CBA5D33820DA}"/>
          </ac:picMkLst>
        </pc:picChg>
        <pc:picChg chg="add">
          <ac:chgData name="Aarya Chandra Joshi" userId="e7261fbe-12b9-4cfb-87f9-0d786b344f5e" providerId="ADAL" clId="{137284DD-DEC2-5CE1-80AD-ECB585D479FF}" dt="2026-09-06T17:06:18.088" v="6012" actId="26606"/>
          <ac:picMkLst>
            <pc:docMk/>
            <pc:sldMk cId="92355135" sldId="272"/>
            <ac:picMk id="13" creationId="{6AF6706C-CF07-43A1-BCC4-CBA5D33820DA}"/>
          </ac:picMkLst>
        </pc:picChg>
        <pc:picChg chg="add">
          <ac:chgData name="Aarya Chandra Joshi" userId="e7261fbe-12b9-4cfb-87f9-0d786b344f5e" providerId="ADAL" clId="{137284DD-DEC2-5CE1-80AD-ECB585D479FF}" dt="2026-09-06T17:06:18.088" v="6012" actId="26606"/>
          <ac:picMkLst>
            <pc:docMk/>
            <pc:sldMk cId="92355135" sldId="272"/>
            <ac:picMk id="17" creationId="{811383CE-CE86-4E1C-B289-798EB9E6E0E5}"/>
          </ac:picMkLst>
        </pc:picChg>
      </pc:sldChg>
      <pc:sldChg chg="modSp new mod">
        <pc:chgData name="Aarya Chandra Joshi" userId="e7261fbe-12b9-4cfb-87f9-0d786b344f5e" providerId="ADAL" clId="{137284DD-DEC2-5CE1-80AD-ECB585D479FF}" dt="2026-09-06T17:45:30.693" v="7514" actId="20577"/>
        <pc:sldMkLst>
          <pc:docMk/>
          <pc:sldMk cId="2347032891" sldId="273"/>
        </pc:sldMkLst>
        <pc:spChg chg="mod">
          <ac:chgData name="Aarya Chandra Joshi" userId="e7261fbe-12b9-4cfb-87f9-0d786b344f5e" providerId="ADAL" clId="{137284DD-DEC2-5CE1-80AD-ECB585D479FF}" dt="2026-09-06T17:44:35.087" v="7295" actId="20577"/>
          <ac:spMkLst>
            <pc:docMk/>
            <pc:sldMk cId="2347032891" sldId="273"/>
            <ac:spMk id="2" creationId="{175D07F2-C822-A565-CA81-4D2691F23313}"/>
          </ac:spMkLst>
        </pc:spChg>
        <pc:spChg chg="mod">
          <ac:chgData name="Aarya Chandra Joshi" userId="e7261fbe-12b9-4cfb-87f9-0d786b344f5e" providerId="ADAL" clId="{137284DD-DEC2-5CE1-80AD-ECB585D479FF}" dt="2026-09-06T17:45:30.693" v="7514" actId="20577"/>
          <ac:spMkLst>
            <pc:docMk/>
            <pc:sldMk cId="2347032891" sldId="273"/>
            <ac:spMk id="3" creationId="{36BD464F-2DB0-CC8A-6638-A2D2043F3517}"/>
          </ac:spMkLst>
        </pc:spChg>
      </pc:sldChg>
      <pc:sldChg chg="new del">
        <pc:chgData name="Aarya Chandra Joshi" userId="e7261fbe-12b9-4cfb-87f9-0d786b344f5e" providerId="ADAL" clId="{137284DD-DEC2-5CE1-80AD-ECB585D479FF}" dt="2026-09-06T17:43:28.807" v="7250" actId="2696"/>
        <pc:sldMkLst>
          <pc:docMk/>
          <pc:sldMk cId="2609669672" sldId="273"/>
        </pc:sldMkLst>
      </pc:sldChg>
      <pc:sldChg chg="addSp modSp new del mod">
        <pc:chgData name="Aarya Chandra Joshi" userId="e7261fbe-12b9-4cfb-87f9-0d786b344f5e" providerId="ADAL" clId="{137284DD-DEC2-5CE1-80AD-ECB585D479FF}" dt="2026-09-07T03:46:49.545" v="8011" actId="2696"/>
        <pc:sldMkLst>
          <pc:docMk/>
          <pc:sldMk cId="934618537" sldId="274"/>
        </pc:sldMkLst>
        <pc:spChg chg="mod">
          <ac:chgData name="Aarya Chandra Joshi" userId="e7261fbe-12b9-4cfb-87f9-0d786b344f5e" providerId="ADAL" clId="{137284DD-DEC2-5CE1-80AD-ECB585D479FF}" dt="2026-09-07T03:46:47.183" v="8010" actId="14100"/>
          <ac:spMkLst>
            <pc:docMk/>
            <pc:sldMk cId="934618537" sldId="274"/>
            <ac:spMk id="2" creationId="{D902EA92-A0E6-C3D6-B6DA-9558F844C2E8}"/>
          </ac:spMkLst>
        </pc:spChg>
        <pc:picChg chg="add mod">
          <ac:chgData name="Aarya Chandra Joshi" userId="e7261fbe-12b9-4cfb-87f9-0d786b344f5e" providerId="ADAL" clId="{137284DD-DEC2-5CE1-80AD-ECB585D479FF}" dt="2026-09-07T03:46:41.676" v="8009" actId="1076"/>
          <ac:picMkLst>
            <pc:docMk/>
            <pc:sldMk cId="934618537" sldId="274"/>
            <ac:picMk id="4" creationId="{1F86584D-CD25-93C0-58DE-81247A2397B0}"/>
          </ac:picMkLst>
        </pc:picChg>
      </pc:sldChg>
      <pc:sldChg chg="addSp delSp modSp new mod setBg">
        <pc:chgData name="Aarya Chandra Joshi" userId="e7261fbe-12b9-4cfb-87f9-0d786b344f5e" providerId="ADAL" clId="{137284DD-DEC2-5CE1-80AD-ECB585D479FF}" dt="2026-09-07T03:48:56.316" v="8112" actId="14861"/>
        <pc:sldMkLst>
          <pc:docMk/>
          <pc:sldMk cId="1459045803" sldId="274"/>
        </pc:sldMkLst>
        <pc:spChg chg="mod">
          <ac:chgData name="Aarya Chandra Joshi" userId="e7261fbe-12b9-4cfb-87f9-0d786b344f5e" providerId="ADAL" clId="{137284DD-DEC2-5CE1-80AD-ECB585D479FF}" dt="2026-09-07T03:48:30.729" v="8049" actId="26606"/>
          <ac:spMkLst>
            <pc:docMk/>
            <pc:sldMk cId="1459045803" sldId="274"/>
            <ac:spMk id="2" creationId="{82119D65-4E12-A7B4-E53E-04530243E39F}"/>
          </ac:spMkLst>
        </pc:spChg>
        <pc:spChg chg="del">
          <ac:chgData name="Aarya Chandra Joshi" userId="e7261fbe-12b9-4cfb-87f9-0d786b344f5e" providerId="ADAL" clId="{137284DD-DEC2-5CE1-80AD-ECB585D479FF}" dt="2026-09-07T03:47:40.246" v="8036" actId="931"/>
          <ac:spMkLst>
            <pc:docMk/>
            <pc:sldMk cId="1459045803" sldId="274"/>
            <ac:spMk id="3" creationId="{40E8296E-89AD-272F-7D25-51C189781D17}"/>
          </ac:spMkLst>
        </pc:spChg>
        <pc:spChg chg="del">
          <ac:chgData name="Aarya Chandra Joshi" userId="e7261fbe-12b9-4cfb-87f9-0d786b344f5e" providerId="ADAL" clId="{137284DD-DEC2-5CE1-80AD-ECB585D479FF}" dt="2026-09-07T03:47:48.781" v="8037" actId="478"/>
          <ac:spMkLst>
            <pc:docMk/>
            <pc:sldMk cId="1459045803" sldId="274"/>
            <ac:spMk id="4" creationId="{17238225-934E-E9CB-EFD8-CFAF53942EF4}"/>
          </ac:spMkLst>
        </pc:spChg>
        <pc:spChg chg="add del mod">
          <ac:chgData name="Aarya Chandra Joshi" userId="e7261fbe-12b9-4cfb-87f9-0d786b344f5e" providerId="ADAL" clId="{137284DD-DEC2-5CE1-80AD-ECB585D479FF}" dt="2026-09-07T03:48:30.729" v="8049" actId="26606"/>
          <ac:spMkLst>
            <pc:docMk/>
            <pc:sldMk cId="1459045803" sldId="274"/>
            <ac:spMk id="10" creationId="{8139C408-715A-784C-7F3F-8A469B8F4699}"/>
          </ac:spMkLst>
        </pc:spChg>
        <pc:picChg chg="add mod ord">
          <ac:chgData name="Aarya Chandra Joshi" userId="e7261fbe-12b9-4cfb-87f9-0d786b344f5e" providerId="ADAL" clId="{137284DD-DEC2-5CE1-80AD-ECB585D479FF}" dt="2026-09-07T03:48:56.316" v="8112" actId="14861"/>
          <ac:picMkLst>
            <pc:docMk/>
            <pc:sldMk cId="1459045803" sldId="274"/>
            <ac:picMk id="6" creationId="{F7630EF3-9D23-D01F-502F-970A7A3CE542}"/>
          </ac:picMkLst>
        </pc:picChg>
        <pc:picChg chg="add del">
          <ac:chgData name="Aarya Chandra Joshi" userId="e7261fbe-12b9-4cfb-87f9-0d786b344f5e" providerId="ADAL" clId="{137284DD-DEC2-5CE1-80AD-ECB585D479FF}" dt="2026-09-07T03:48:30.729" v="8049" actId="26606"/>
          <ac:picMkLst>
            <pc:docMk/>
            <pc:sldMk cId="1459045803" sldId="274"/>
            <ac:picMk id="13" creationId="{A53ED3FC-3BE8-4F1F-BEF1-74B1C721718A}"/>
          </ac:picMkLst>
        </pc:picChg>
      </pc:sldChg>
      <pc:sldMasterChg chg="modSldLayout">
        <pc:chgData name="Aarya Chandra Joshi" userId="e7261fbe-12b9-4cfb-87f9-0d786b344f5e" providerId="ADAL" clId="{137284DD-DEC2-5CE1-80AD-ECB585D479FF}" dt="2026-09-06T15:15:12.365" v="356"/>
        <pc:sldMasterMkLst>
          <pc:docMk/>
          <pc:sldMasterMk cId="1059458085" sldId="2147483756"/>
        </pc:sldMasterMkLst>
        <pc:sldLayoutChg chg="delSp">
          <pc:chgData name="Aarya Chandra Joshi" userId="e7261fbe-12b9-4cfb-87f9-0d786b344f5e" providerId="ADAL" clId="{137284DD-DEC2-5CE1-80AD-ECB585D479FF}" dt="2026-09-06T15:15:12.365" v="356"/>
          <pc:sldLayoutMkLst>
            <pc:docMk/>
            <pc:sldMasterMk cId="1059458085" sldId="2147483756"/>
            <pc:sldLayoutMk cId="3250114333" sldId="2147483768"/>
          </pc:sldLayoutMkLst>
          <pc:cxnChg chg="del">
            <ac:chgData name="Aarya Chandra Joshi" userId="e7261fbe-12b9-4cfb-87f9-0d786b344f5e" providerId="ADAL" clId="{137284DD-DEC2-5CE1-80AD-ECB585D479FF}" dt="2026-09-06T15:15:12.365" v="356"/>
            <ac:cxnSpMkLst>
              <pc:docMk/>
              <pc:sldMasterMk cId="1059458085" sldId="2147483756"/>
              <pc:sldLayoutMk cId="3250114333" sldId="2147483768"/>
              <ac:cxnSpMk id="8" creationId="{F05C310B-ED34-BA33-630C-F8D5EB2A41A2}"/>
            </ac:cxnSpMkLst>
          </pc:cxnChg>
          <pc:cxnChg chg="del">
            <ac:chgData name="Aarya Chandra Joshi" userId="e7261fbe-12b9-4cfb-87f9-0d786b344f5e" providerId="ADAL" clId="{137284DD-DEC2-5CE1-80AD-ECB585D479FF}" dt="2026-09-06T15:15:12.365" v="356"/>
            <ac:cxnSpMkLst>
              <pc:docMk/>
              <pc:sldMasterMk cId="1059458085" sldId="2147483756"/>
              <pc:sldLayoutMk cId="3250114333" sldId="2147483768"/>
              <ac:cxnSpMk id="9" creationId="{C6B77E3C-9D50-9277-C646-D9B5AB8122BB}"/>
            </ac:cxnSpMkLst>
          </pc:cxnChg>
        </pc:sldLayoutChg>
      </pc:sldMasterChg>
      <pc:sldMasterChg chg="modSldLayout">
        <pc:chgData name="Aarya Chandra Joshi" userId="e7261fbe-12b9-4cfb-87f9-0d786b344f5e" providerId="ADAL" clId="{137284DD-DEC2-5CE1-80AD-ECB585D479FF}" dt="2026-09-06T15:15:18.519" v="358"/>
        <pc:sldMasterMkLst>
          <pc:docMk/>
          <pc:sldMasterMk cId="2889168667" sldId="2147483853"/>
        </pc:sldMasterMkLst>
        <pc:sldLayoutChg chg="delSp">
          <pc:chgData name="Aarya Chandra Joshi" userId="e7261fbe-12b9-4cfb-87f9-0d786b344f5e" providerId="ADAL" clId="{137284DD-DEC2-5CE1-80AD-ECB585D479FF}" dt="2026-09-06T15:15:18.519" v="358"/>
          <pc:sldLayoutMkLst>
            <pc:docMk/>
            <pc:sldMasterMk cId="2889168667" sldId="2147483853"/>
            <pc:sldLayoutMk cId="3663512631" sldId="2147483871"/>
          </pc:sldLayoutMkLst>
          <pc:spChg chg="del">
            <ac:chgData name="Aarya Chandra Joshi" userId="e7261fbe-12b9-4cfb-87f9-0d786b344f5e" providerId="ADAL" clId="{137284DD-DEC2-5CE1-80AD-ECB585D479FF}" dt="2026-09-06T15:15:18.519" v="358"/>
            <ac:spMkLst>
              <pc:docMk/>
              <pc:sldMasterMk cId="2889168667" sldId="2147483853"/>
              <pc:sldLayoutMk cId="3663512631" sldId="2147483871"/>
              <ac:spMk id="7" creationId="{81E2FA06-E5C3-D198-C671-6904474CEDDF}"/>
            </ac:spMkLst>
          </pc:spChg>
          <pc:spChg chg="del">
            <ac:chgData name="Aarya Chandra Joshi" userId="e7261fbe-12b9-4cfb-87f9-0d786b344f5e" providerId="ADAL" clId="{137284DD-DEC2-5CE1-80AD-ECB585D479FF}" dt="2026-09-06T15:15:18.519" v="358"/>
            <ac:spMkLst>
              <pc:docMk/>
              <pc:sldMasterMk cId="2889168667" sldId="2147483853"/>
              <pc:sldLayoutMk cId="3663512631" sldId="2147483871"/>
              <ac:spMk id="37" creationId="{CF023FE7-CB68-3594-7BD8-CC9A00255EA6}"/>
            </ac:spMkLst>
          </pc:spChg>
          <pc:grpChg chg="del">
            <ac:chgData name="Aarya Chandra Joshi" userId="e7261fbe-12b9-4cfb-87f9-0d786b344f5e" providerId="ADAL" clId="{137284DD-DEC2-5CE1-80AD-ECB585D479FF}" dt="2026-09-06T15:15:18.519" v="358"/>
            <ac:grpSpMkLst>
              <pc:docMk/>
              <pc:sldMasterMk cId="2889168667" sldId="2147483853"/>
              <pc:sldLayoutMk cId="3663512631" sldId="2147483871"/>
              <ac:grpSpMk id="10" creationId="{9202F837-F353-1001-95F9-2AF03EA5942C}"/>
            </ac:grpSpMkLst>
          </pc:grpChg>
          <pc:grpChg chg="del">
            <ac:chgData name="Aarya Chandra Joshi" userId="e7261fbe-12b9-4cfb-87f9-0d786b344f5e" providerId="ADAL" clId="{137284DD-DEC2-5CE1-80AD-ECB585D479FF}" dt="2026-09-06T15:15:18.519" v="358"/>
            <ac:grpSpMkLst>
              <pc:docMk/>
              <pc:sldMasterMk cId="2889168667" sldId="2147483853"/>
              <pc:sldLayoutMk cId="3663512631" sldId="2147483871"/>
              <ac:grpSpMk id="29" creationId="{46C50597-E383-5995-45AF-46A4F39D2D38}"/>
            </ac:grpSpMkLst>
          </pc:grpChg>
        </pc:sldLayoutChg>
      </pc:sldMasterChg>
      <pc:sldMasterChg chg="modSldLayout">
        <pc:chgData name="Aarya Chandra Joshi" userId="e7261fbe-12b9-4cfb-87f9-0d786b344f5e" providerId="ADAL" clId="{137284DD-DEC2-5CE1-80AD-ECB585D479FF}" dt="2026-09-06T15:15:23.648" v="360"/>
        <pc:sldMasterMkLst>
          <pc:docMk/>
          <pc:sldMasterMk cId="3335060885" sldId="2147483942"/>
        </pc:sldMasterMkLst>
        <pc:sldLayoutChg chg="delSp">
          <pc:chgData name="Aarya Chandra Joshi" userId="e7261fbe-12b9-4cfb-87f9-0d786b344f5e" providerId="ADAL" clId="{137284DD-DEC2-5CE1-80AD-ECB585D479FF}" dt="2026-09-06T15:15:23.648" v="360"/>
          <pc:sldLayoutMkLst>
            <pc:docMk/>
            <pc:sldMasterMk cId="3335060885" sldId="2147483942"/>
            <pc:sldLayoutMk cId="3345865483" sldId="2147483970"/>
          </pc:sldLayoutMkLst>
          <pc:spChg chg="del">
            <ac:chgData name="Aarya Chandra Joshi" userId="e7261fbe-12b9-4cfb-87f9-0d786b344f5e" providerId="ADAL" clId="{137284DD-DEC2-5CE1-80AD-ECB585D479FF}" dt="2026-09-06T15:15:23.648" v="360"/>
            <ac:spMkLst>
              <pc:docMk/>
              <pc:sldMasterMk cId="3335060885" sldId="2147483942"/>
              <pc:sldLayoutMk cId="3345865483" sldId="2147483970"/>
              <ac:spMk id="7" creationId="{2AC4281C-DEF6-4D7C-EC36-131C16834D55}"/>
            </ac:spMkLst>
          </pc:spChg>
          <pc:cxnChg chg="del">
            <ac:chgData name="Aarya Chandra Joshi" userId="e7261fbe-12b9-4cfb-87f9-0d786b344f5e" providerId="ADAL" clId="{137284DD-DEC2-5CE1-80AD-ECB585D479FF}" dt="2026-09-06T15:15:23.648" v="360"/>
            <ac:cxnSpMkLst>
              <pc:docMk/>
              <pc:sldMasterMk cId="3335060885" sldId="2147483942"/>
              <pc:sldLayoutMk cId="3345865483" sldId="2147483970"/>
              <ac:cxnSpMk id="8" creationId="{9B7AE09E-7342-F8D6-76B9-3191D2C214A6}"/>
            </ac:cxnSpMkLst>
          </pc:cxnChg>
        </pc:sldLayoutChg>
      </pc:sldMasterChg>
      <pc:sldMasterChg chg="modSldLayout">
        <pc:chgData name="Aarya Chandra Joshi" userId="e7261fbe-12b9-4cfb-87f9-0d786b344f5e" providerId="ADAL" clId="{137284DD-DEC2-5CE1-80AD-ECB585D479FF}" dt="2026-09-06T15:15:25.629" v="361"/>
        <pc:sldMasterMkLst>
          <pc:docMk/>
          <pc:sldMasterMk cId="3959599592" sldId="2147483999"/>
        </pc:sldMasterMkLst>
        <pc:sldLayoutChg chg="delSp">
          <pc:chgData name="Aarya Chandra Joshi" userId="e7261fbe-12b9-4cfb-87f9-0d786b344f5e" providerId="ADAL" clId="{137284DD-DEC2-5CE1-80AD-ECB585D479FF}" dt="2026-09-06T15:15:25.629" v="361"/>
          <pc:sldLayoutMkLst>
            <pc:docMk/>
            <pc:sldMasterMk cId="3959599592" sldId="2147483999"/>
            <pc:sldLayoutMk cId="3461335455" sldId="2147484011"/>
          </pc:sldLayoutMkLst>
          <pc:cxnChg chg="del">
            <ac:chgData name="Aarya Chandra Joshi" userId="e7261fbe-12b9-4cfb-87f9-0d786b344f5e" providerId="ADAL" clId="{137284DD-DEC2-5CE1-80AD-ECB585D479FF}" dt="2026-09-06T15:15:25.629" v="361"/>
            <ac:cxnSpMkLst>
              <pc:docMk/>
              <pc:sldMasterMk cId="3959599592" sldId="2147483999"/>
              <pc:sldLayoutMk cId="3461335455" sldId="2147484011"/>
              <ac:cxnSpMk id="8" creationId="{F05C310B-ED34-BA33-630C-F8D5EB2A41A2}"/>
            </ac:cxnSpMkLst>
          </pc:cxnChg>
          <pc:cxnChg chg="del">
            <ac:chgData name="Aarya Chandra Joshi" userId="e7261fbe-12b9-4cfb-87f9-0d786b344f5e" providerId="ADAL" clId="{137284DD-DEC2-5CE1-80AD-ECB585D479FF}" dt="2026-09-06T15:15:25.629" v="361"/>
            <ac:cxnSpMkLst>
              <pc:docMk/>
              <pc:sldMasterMk cId="3959599592" sldId="2147483999"/>
              <pc:sldLayoutMk cId="3461335455" sldId="2147484011"/>
              <ac:cxnSpMk id="9" creationId="{C6B77E3C-9D50-9277-C646-D9B5AB8122BB}"/>
            </ac:cxnSpMkLst>
          </pc:cxnChg>
        </pc:sldLayoutChg>
      </pc:sldMasterChg>
      <pc:sldMasterChg chg="modSldLayout">
        <pc:chgData name="Aarya Chandra Joshi" userId="e7261fbe-12b9-4cfb-87f9-0d786b344f5e" providerId="ADAL" clId="{137284DD-DEC2-5CE1-80AD-ECB585D479FF}" dt="2026-09-06T15:15:30.961" v="364"/>
        <pc:sldMasterMkLst>
          <pc:docMk/>
          <pc:sldMasterMk cId="3573016379" sldId="2147484064"/>
        </pc:sldMasterMkLst>
        <pc:sldLayoutChg chg="delSp">
          <pc:chgData name="Aarya Chandra Joshi" userId="e7261fbe-12b9-4cfb-87f9-0d786b344f5e" providerId="ADAL" clId="{137284DD-DEC2-5CE1-80AD-ECB585D479FF}" dt="2026-09-06T15:15:30.961" v="364"/>
          <pc:sldLayoutMkLst>
            <pc:docMk/>
            <pc:sldMasterMk cId="3573016379" sldId="2147484064"/>
            <pc:sldLayoutMk cId="1323531333" sldId="2147484092"/>
          </pc:sldLayoutMkLst>
          <pc:spChg chg="del">
            <ac:chgData name="Aarya Chandra Joshi" userId="e7261fbe-12b9-4cfb-87f9-0d786b344f5e" providerId="ADAL" clId="{137284DD-DEC2-5CE1-80AD-ECB585D479FF}" dt="2026-09-06T15:15:30.961" v="364"/>
            <ac:spMkLst>
              <pc:docMk/>
              <pc:sldMasterMk cId="3573016379" sldId="2147484064"/>
              <pc:sldLayoutMk cId="1323531333" sldId="2147484092"/>
              <ac:spMk id="7" creationId="{00000000-0000-0000-0000-000000000000}"/>
            </ac:spMkLst>
          </pc:spChg>
          <pc:spChg chg="del">
            <ac:chgData name="Aarya Chandra Joshi" userId="e7261fbe-12b9-4cfb-87f9-0d786b344f5e" providerId="ADAL" clId="{137284DD-DEC2-5CE1-80AD-ECB585D479FF}" dt="2026-09-06T15:15:30.961" v="364"/>
            <ac:spMkLst>
              <pc:docMk/>
              <pc:sldMasterMk cId="3573016379" sldId="2147484064"/>
              <pc:sldLayoutMk cId="1323531333" sldId="2147484092"/>
              <ac:spMk id="8" creationId="{00000000-0000-0000-0000-000000000000}"/>
            </ac:spMkLst>
          </pc:spChg>
          <pc:spChg chg="del">
            <ac:chgData name="Aarya Chandra Joshi" userId="e7261fbe-12b9-4cfb-87f9-0d786b344f5e" providerId="ADAL" clId="{137284DD-DEC2-5CE1-80AD-ECB585D479FF}" dt="2026-09-06T15:15:30.961" v="364"/>
            <ac:spMkLst>
              <pc:docMk/>
              <pc:sldMasterMk cId="3573016379" sldId="2147484064"/>
              <pc:sldLayoutMk cId="1323531333" sldId="2147484092"/>
              <ac:spMk id="13" creationId="{00000000-0000-0000-0000-000000000000}"/>
            </ac:spMkLst>
          </pc:spChg>
        </pc:sldLayoutChg>
      </pc:sldMasterChg>
      <pc:sldMasterChg chg="modSldLayout">
        <pc:chgData name="Aarya Chandra Joshi" userId="e7261fbe-12b9-4cfb-87f9-0d786b344f5e" providerId="ADAL" clId="{137284DD-DEC2-5CE1-80AD-ECB585D479FF}" dt="2026-09-06T15:15:40.406" v="366"/>
        <pc:sldMasterMkLst>
          <pc:docMk/>
          <pc:sldMasterMk cId="3073827638" sldId="2147484149"/>
        </pc:sldMasterMkLst>
        <pc:sldLayoutChg chg="delSp">
          <pc:chgData name="Aarya Chandra Joshi" userId="e7261fbe-12b9-4cfb-87f9-0d786b344f5e" providerId="ADAL" clId="{137284DD-DEC2-5CE1-80AD-ECB585D479FF}" dt="2026-09-06T15:15:40.406" v="366"/>
          <pc:sldLayoutMkLst>
            <pc:docMk/>
            <pc:sldMasterMk cId="3073827638" sldId="2147484149"/>
            <pc:sldLayoutMk cId="1212214874" sldId="2147484161"/>
          </pc:sldLayoutMkLst>
          <pc:spChg chg="del">
            <ac:chgData name="Aarya Chandra Joshi" userId="e7261fbe-12b9-4cfb-87f9-0d786b344f5e" providerId="ADAL" clId="{137284DD-DEC2-5CE1-80AD-ECB585D479FF}" dt="2026-09-06T15:15:40.406" v="366"/>
            <ac:spMkLst>
              <pc:docMk/>
              <pc:sldMasterMk cId="3073827638" sldId="2147484149"/>
              <pc:sldLayoutMk cId="1212214874" sldId="2147484161"/>
              <ac:spMk id="7" creationId="{81E2FA06-E5C3-D198-C671-6904474CEDDF}"/>
            </ac:spMkLst>
          </pc:spChg>
          <pc:spChg chg="del">
            <ac:chgData name="Aarya Chandra Joshi" userId="e7261fbe-12b9-4cfb-87f9-0d786b344f5e" providerId="ADAL" clId="{137284DD-DEC2-5CE1-80AD-ECB585D479FF}" dt="2026-09-06T15:15:40.406" v="366"/>
            <ac:spMkLst>
              <pc:docMk/>
              <pc:sldMasterMk cId="3073827638" sldId="2147484149"/>
              <pc:sldLayoutMk cId="1212214874" sldId="2147484161"/>
              <ac:spMk id="37" creationId="{CF023FE7-CB68-3594-7BD8-CC9A00255EA6}"/>
            </ac:spMkLst>
          </pc:spChg>
          <pc:grpChg chg="del">
            <ac:chgData name="Aarya Chandra Joshi" userId="e7261fbe-12b9-4cfb-87f9-0d786b344f5e" providerId="ADAL" clId="{137284DD-DEC2-5CE1-80AD-ECB585D479FF}" dt="2026-09-06T15:15:40.406" v="366"/>
            <ac:grpSpMkLst>
              <pc:docMk/>
              <pc:sldMasterMk cId="3073827638" sldId="2147484149"/>
              <pc:sldLayoutMk cId="1212214874" sldId="2147484161"/>
              <ac:grpSpMk id="10" creationId="{9202F837-F353-1001-95F9-2AF03EA5942C}"/>
            </ac:grpSpMkLst>
          </pc:grpChg>
          <pc:grpChg chg="del">
            <ac:chgData name="Aarya Chandra Joshi" userId="e7261fbe-12b9-4cfb-87f9-0d786b344f5e" providerId="ADAL" clId="{137284DD-DEC2-5CE1-80AD-ECB585D479FF}" dt="2026-09-06T15:15:40.406" v="366"/>
            <ac:grpSpMkLst>
              <pc:docMk/>
              <pc:sldMasterMk cId="3073827638" sldId="2147484149"/>
              <pc:sldLayoutMk cId="1212214874" sldId="2147484161"/>
              <ac:grpSpMk id="29" creationId="{46C50597-E383-5995-45AF-46A4F39D2D38}"/>
            </ac:grpSpMkLst>
          </pc:grpChg>
        </pc:sldLayoutChg>
      </pc:sldMasterChg>
      <pc:sldMasterChg chg="modSldLayout">
        <pc:chgData name="Aarya Chandra Joshi" userId="e7261fbe-12b9-4cfb-87f9-0d786b344f5e" providerId="ADAL" clId="{137284DD-DEC2-5CE1-80AD-ECB585D479FF}" dt="2026-09-06T15:15:58.252" v="368"/>
        <pc:sldMasterMkLst>
          <pc:docMk/>
          <pc:sldMasterMk cId="1836471609" sldId="2147484190"/>
        </pc:sldMasterMkLst>
        <pc:sldLayoutChg chg="delSp">
          <pc:chgData name="Aarya Chandra Joshi" userId="e7261fbe-12b9-4cfb-87f9-0d786b344f5e" providerId="ADAL" clId="{137284DD-DEC2-5CE1-80AD-ECB585D479FF}" dt="2026-09-06T15:15:58.252" v="368"/>
          <pc:sldLayoutMkLst>
            <pc:docMk/>
            <pc:sldMasterMk cId="1836471609" sldId="2147484190"/>
            <pc:sldLayoutMk cId="995813370" sldId="2147484218"/>
          </pc:sldLayoutMkLst>
          <pc:spChg chg="del">
            <ac:chgData name="Aarya Chandra Joshi" userId="e7261fbe-12b9-4cfb-87f9-0d786b344f5e" providerId="ADAL" clId="{137284DD-DEC2-5CE1-80AD-ECB585D479FF}" dt="2026-09-06T15:15:58.252" v="368"/>
            <ac:spMkLst>
              <pc:docMk/>
              <pc:sldMasterMk cId="1836471609" sldId="2147484190"/>
              <pc:sldLayoutMk cId="995813370" sldId="2147484218"/>
              <ac:spMk id="7" creationId="{2AC4281C-DEF6-4D7C-EC36-131C16834D55}"/>
            </ac:spMkLst>
          </pc:spChg>
          <pc:cxnChg chg="del">
            <ac:chgData name="Aarya Chandra Joshi" userId="e7261fbe-12b9-4cfb-87f9-0d786b344f5e" providerId="ADAL" clId="{137284DD-DEC2-5CE1-80AD-ECB585D479FF}" dt="2026-09-06T15:15:58.252" v="368"/>
            <ac:cxnSpMkLst>
              <pc:docMk/>
              <pc:sldMasterMk cId="1836471609" sldId="2147484190"/>
              <pc:sldLayoutMk cId="995813370" sldId="2147484218"/>
              <ac:cxnSpMk id="8" creationId="{9B7AE09E-7342-F8D6-76B9-3191D2C214A6}"/>
            </ac:cxnSpMkLst>
          </pc:cxnChg>
        </pc:sldLayoutChg>
      </pc:sldMasterChg>
      <pc:sldMasterChg chg="modSldLayout">
        <pc:chgData name="Aarya Chandra Joshi" userId="e7261fbe-12b9-4cfb-87f9-0d786b344f5e" providerId="ADAL" clId="{137284DD-DEC2-5CE1-80AD-ECB585D479FF}" dt="2026-09-06T15:42:08.329" v="1590"/>
        <pc:sldMasterMkLst>
          <pc:docMk/>
          <pc:sldMasterMk cId="4279123945" sldId="2147484481"/>
        </pc:sldMasterMkLst>
        <pc:sldLayoutChg chg="delSp">
          <pc:chgData name="Aarya Chandra Joshi" userId="e7261fbe-12b9-4cfb-87f9-0d786b344f5e" providerId="ADAL" clId="{137284DD-DEC2-5CE1-80AD-ECB585D479FF}" dt="2026-09-06T15:42:08.329" v="1590"/>
          <pc:sldLayoutMkLst>
            <pc:docMk/>
            <pc:sldMasterMk cId="4279123945" sldId="2147484481"/>
            <pc:sldLayoutMk cId="3847718748" sldId="2147484493"/>
          </pc:sldLayoutMkLst>
          <pc:spChg chg="del">
            <ac:chgData name="Aarya Chandra Joshi" userId="e7261fbe-12b9-4cfb-87f9-0d786b344f5e" providerId="ADAL" clId="{137284DD-DEC2-5CE1-80AD-ECB585D479FF}" dt="2026-09-06T15:42:08.329" v="1590"/>
            <ac:spMkLst>
              <pc:docMk/>
              <pc:sldMasterMk cId="4279123945" sldId="2147484481"/>
              <pc:sldLayoutMk cId="3847718748" sldId="2147484493"/>
              <ac:spMk id="11" creationId="{6D514160-DA6E-9655-9294-6538F297B73D}"/>
            </ac:spMkLst>
          </pc:spChg>
          <pc:spChg chg="del">
            <ac:chgData name="Aarya Chandra Joshi" userId="e7261fbe-12b9-4cfb-87f9-0d786b344f5e" providerId="ADAL" clId="{137284DD-DEC2-5CE1-80AD-ECB585D479FF}" dt="2026-09-06T15:42:08.329" v="1590"/>
            <ac:spMkLst>
              <pc:docMk/>
              <pc:sldMasterMk cId="4279123945" sldId="2147484481"/>
              <pc:sldLayoutMk cId="3847718748" sldId="2147484493"/>
              <ac:spMk id="12" creationId="{B2EC29EB-3E43-F1FF-EB6B-9F5C908FFCC8}"/>
            </ac:spMkLst>
          </pc:spChg>
        </pc:sldLayoutChg>
        <pc:sldLayoutChg chg="delSp">
          <pc:chgData name="Aarya Chandra Joshi" userId="e7261fbe-12b9-4cfb-87f9-0d786b344f5e" providerId="ADAL" clId="{137284DD-DEC2-5CE1-80AD-ECB585D479FF}" dt="2026-09-06T15:42:08.329" v="1590"/>
          <pc:sldLayoutMkLst>
            <pc:docMk/>
            <pc:sldMasterMk cId="4279123945" sldId="2147484481"/>
            <pc:sldLayoutMk cId="3634745072" sldId="2147484494"/>
          </pc:sldLayoutMkLst>
          <pc:cxnChg chg="del">
            <ac:chgData name="Aarya Chandra Joshi" userId="e7261fbe-12b9-4cfb-87f9-0d786b344f5e" providerId="ADAL" clId="{137284DD-DEC2-5CE1-80AD-ECB585D479FF}" dt="2026-09-06T15:42:08.329" v="1590"/>
            <ac:cxnSpMkLst>
              <pc:docMk/>
              <pc:sldMasterMk cId="4279123945" sldId="2147484481"/>
              <pc:sldLayoutMk cId="3634745072" sldId="2147484494"/>
              <ac:cxnSpMk id="14" creationId="{6EB92977-9D16-C370-F779-0B9C67993046}"/>
            </ac:cxnSpMkLst>
          </pc:cxnChg>
          <pc:cxnChg chg="del">
            <ac:chgData name="Aarya Chandra Joshi" userId="e7261fbe-12b9-4cfb-87f9-0d786b344f5e" providerId="ADAL" clId="{137284DD-DEC2-5CE1-80AD-ECB585D479FF}" dt="2026-09-06T15:42:08.329" v="1590"/>
            <ac:cxnSpMkLst>
              <pc:docMk/>
              <pc:sldMasterMk cId="4279123945" sldId="2147484481"/>
              <pc:sldLayoutMk cId="3634745072" sldId="2147484494"/>
              <ac:cxnSpMk id="15" creationId="{A254AC9C-312D-B8D1-5D04-C0CE07B464DB}"/>
            </ac:cxnSpMkLst>
          </pc:cxnChg>
        </pc:sldLayoutChg>
      </pc:sldMasterChg>
      <pc:sldMasterChg chg="modSldLayout">
        <pc:chgData name="Aarya Chandra Joshi" userId="e7261fbe-12b9-4cfb-87f9-0d786b344f5e" providerId="ADAL" clId="{137284DD-DEC2-5CE1-80AD-ECB585D479FF}" dt="2026-09-06T15:42:17.816" v="1596"/>
        <pc:sldMasterMkLst>
          <pc:docMk/>
          <pc:sldMasterMk cId="4017359615" sldId="2147484539"/>
        </pc:sldMasterMkLst>
        <pc:sldLayoutChg chg="delSp">
          <pc:chgData name="Aarya Chandra Joshi" userId="e7261fbe-12b9-4cfb-87f9-0d786b344f5e" providerId="ADAL" clId="{137284DD-DEC2-5CE1-80AD-ECB585D479FF}" dt="2026-09-06T15:42:17.816" v="1596"/>
          <pc:sldLayoutMkLst>
            <pc:docMk/>
            <pc:sldMasterMk cId="4017359615" sldId="2147484539"/>
            <pc:sldLayoutMk cId="488522148" sldId="2147484557"/>
          </pc:sldLayoutMkLst>
          <pc:cxnChg chg="del">
            <ac:chgData name="Aarya Chandra Joshi" userId="e7261fbe-12b9-4cfb-87f9-0d786b344f5e" providerId="ADAL" clId="{137284DD-DEC2-5CE1-80AD-ECB585D479FF}" dt="2026-09-06T15:42:17.816" v="1596"/>
            <ac:cxnSpMkLst>
              <pc:docMk/>
              <pc:sldMasterMk cId="4017359615" sldId="2147484539"/>
              <pc:sldLayoutMk cId="488522148" sldId="2147484557"/>
              <ac:cxnSpMk id="8" creationId="{3C1F8589-B640-4540-D0AD-2B0461CD340F}"/>
            </ac:cxnSpMkLst>
          </pc:cxnChg>
        </pc:sldLayoutChg>
      </pc:sldMasterChg>
    </pc:docChg>
  </pc:docChgLst>
  <pc:docChgLst>
    <pc:chgData name="Guest User" userId="S::urn:spo:tenantanon#d4963ce2-af94-4122-95a9-644e8b01624d::" providerId="AD" clId="Web-{C031AC9F-5C66-AEE5-2713-4F90AF14B1AB}"/>
    <pc:docChg chg="modSld">
      <pc:chgData name="Guest User" userId="S::urn:spo:tenantanon#d4963ce2-af94-4122-95a9-644e8b01624d::" providerId="AD" clId="Web-{C031AC9F-5C66-AEE5-2713-4F90AF14B1AB}" dt="2026-09-06T17:47:22.684" v="54" actId="1076"/>
      <pc:docMkLst>
        <pc:docMk/>
      </pc:docMkLst>
      <pc:sldChg chg="modSp">
        <pc:chgData name="Guest User" userId="S::urn:spo:tenantanon#d4963ce2-af94-4122-95a9-644e8b01624d::" providerId="AD" clId="Web-{C031AC9F-5C66-AEE5-2713-4F90AF14B1AB}" dt="2026-09-06T17:31:24.748" v="15" actId="1076"/>
        <pc:sldMkLst>
          <pc:docMk/>
          <pc:sldMk cId="3981812902" sldId="257"/>
        </pc:sldMkLst>
        <pc:spChg chg="mod">
          <ac:chgData name="Guest User" userId="S::urn:spo:tenantanon#d4963ce2-af94-4122-95a9-644e8b01624d::" providerId="AD" clId="Web-{C031AC9F-5C66-AEE5-2713-4F90AF14B1AB}" dt="2026-09-06T17:31:24.748" v="15" actId="1076"/>
          <ac:spMkLst>
            <pc:docMk/>
            <pc:sldMk cId="3981812902" sldId="257"/>
            <ac:spMk id="2" creationId="{72D6C269-582A-F3F5-2D0E-1357764CD0FA}"/>
          </ac:spMkLst>
        </pc:spChg>
        <pc:graphicFrameChg chg="modGraphic">
          <ac:chgData name="Guest User" userId="S::urn:spo:tenantanon#d4963ce2-af94-4122-95a9-644e8b01624d::" providerId="AD" clId="Web-{C031AC9F-5C66-AEE5-2713-4F90AF14B1AB}" dt="2026-09-06T17:31:16.278" v="14" actId="20577"/>
          <ac:graphicFrameMkLst>
            <pc:docMk/>
            <pc:sldMk cId="3981812902" sldId="257"/>
            <ac:graphicFrameMk id="11" creationId="{B00D346F-534C-787E-A442-16682A4DD065}"/>
          </ac:graphicFrameMkLst>
        </pc:graphicFrameChg>
      </pc:sldChg>
      <pc:sldChg chg="modSp">
        <pc:chgData name="Guest User" userId="S::urn:spo:tenantanon#d4963ce2-af94-4122-95a9-644e8b01624d::" providerId="AD" clId="Web-{C031AC9F-5C66-AEE5-2713-4F90AF14B1AB}" dt="2026-09-06T17:30:27.512" v="8" actId="20577"/>
        <pc:sldMkLst>
          <pc:docMk/>
          <pc:sldMk cId="593837158" sldId="258"/>
        </pc:sldMkLst>
        <pc:spChg chg="mod">
          <ac:chgData name="Guest User" userId="S::urn:spo:tenantanon#d4963ce2-af94-4122-95a9-644e8b01624d::" providerId="AD" clId="Web-{C031AC9F-5C66-AEE5-2713-4F90AF14B1AB}" dt="2026-09-06T17:30:19.309" v="6" actId="20577"/>
          <ac:spMkLst>
            <pc:docMk/>
            <pc:sldMk cId="593837158" sldId="258"/>
            <ac:spMk id="2" creationId="{41B62BA6-3E4E-D66B-6973-2A218D6954D4}"/>
          </ac:spMkLst>
        </pc:spChg>
        <pc:spChg chg="mod">
          <ac:chgData name="Guest User" userId="S::urn:spo:tenantanon#d4963ce2-af94-4122-95a9-644e8b01624d::" providerId="AD" clId="Web-{C031AC9F-5C66-AEE5-2713-4F90AF14B1AB}" dt="2026-09-06T17:30:27.512" v="8" actId="20577"/>
          <ac:spMkLst>
            <pc:docMk/>
            <pc:sldMk cId="593837158" sldId="258"/>
            <ac:spMk id="3" creationId="{C6136E62-E729-F365-19F5-9741D2045E1F}"/>
          </ac:spMkLst>
        </pc:spChg>
      </pc:sldChg>
      <pc:sldChg chg="modSp">
        <pc:chgData name="Guest User" userId="S::urn:spo:tenantanon#d4963ce2-af94-4122-95a9-644e8b01624d::" providerId="AD" clId="Web-{C031AC9F-5C66-AEE5-2713-4F90AF14B1AB}" dt="2026-09-06T17:31:43.420" v="16" actId="1076"/>
        <pc:sldMkLst>
          <pc:docMk/>
          <pc:sldMk cId="3042429290" sldId="260"/>
        </pc:sldMkLst>
        <pc:spChg chg="mod">
          <ac:chgData name="Guest User" userId="S::urn:spo:tenantanon#d4963ce2-af94-4122-95a9-644e8b01624d::" providerId="AD" clId="Web-{C031AC9F-5C66-AEE5-2713-4F90AF14B1AB}" dt="2026-09-06T17:31:43.420" v="16" actId="1076"/>
          <ac:spMkLst>
            <pc:docMk/>
            <pc:sldMk cId="3042429290" sldId="260"/>
            <ac:spMk id="2" creationId="{57D35268-0FF4-8803-D46E-621A418BCE33}"/>
          </ac:spMkLst>
        </pc:spChg>
      </pc:sldChg>
      <pc:sldChg chg="modSp">
        <pc:chgData name="Guest User" userId="S::urn:spo:tenantanon#d4963ce2-af94-4122-95a9-644e8b01624d::" providerId="AD" clId="Web-{C031AC9F-5C66-AEE5-2713-4F90AF14B1AB}" dt="2026-09-06T17:36:18.596" v="19" actId="20577"/>
        <pc:sldMkLst>
          <pc:docMk/>
          <pc:sldMk cId="1610690383" sldId="265"/>
        </pc:sldMkLst>
        <pc:spChg chg="mod">
          <ac:chgData name="Guest User" userId="S::urn:spo:tenantanon#d4963ce2-af94-4122-95a9-644e8b01624d::" providerId="AD" clId="Web-{C031AC9F-5C66-AEE5-2713-4F90AF14B1AB}" dt="2026-09-06T17:36:18.596" v="19" actId="20577"/>
          <ac:spMkLst>
            <pc:docMk/>
            <pc:sldMk cId="1610690383" sldId="265"/>
            <ac:spMk id="2" creationId="{E1EDDE87-8F3E-9A0F-CAD9-AD49E00008B8}"/>
          </ac:spMkLst>
        </pc:spChg>
      </pc:sldChg>
      <pc:sldChg chg="addSp delSp modSp">
        <pc:chgData name="Guest User" userId="S::urn:spo:tenantanon#d4963ce2-af94-4122-95a9-644e8b01624d::" providerId="AD" clId="Web-{C031AC9F-5C66-AEE5-2713-4F90AF14B1AB}" dt="2026-09-06T17:37:06.753" v="44"/>
        <pc:sldMkLst>
          <pc:docMk/>
          <pc:sldMk cId="3820309788" sldId="268"/>
        </pc:sldMkLst>
        <pc:spChg chg="del">
          <ac:chgData name="Guest User" userId="S::urn:spo:tenantanon#d4963ce2-af94-4122-95a9-644e8b01624d::" providerId="AD" clId="Web-{C031AC9F-5C66-AEE5-2713-4F90AF14B1AB}" dt="2026-09-06T17:12:13.902" v="0"/>
          <ac:spMkLst>
            <pc:docMk/>
            <pc:sldMk cId="3820309788" sldId="268"/>
            <ac:spMk id="11" creationId="{1F94DC1C-47D1-41D7-8B1B-9A036D614027}"/>
          </ac:spMkLst>
        </pc:spChg>
        <pc:spChg chg="del">
          <ac:chgData name="Guest User" userId="S::urn:spo:tenantanon#d4963ce2-af94-4122-95a9-644e8b01624d::" providerId="AD" clId="Web-{C031AC9F-5C66-AEE5-2713-4F90AF14B1AB}" dt="2026-09-06T17:12:13.902" v="0"/>
          <ac:spMkLst>
            <pc:docMk/>
            <pc:sldMk cId="3820309788" sldId="268"/>
            <ac:spMk id="15" creationId="{AC12A592-C02D-46EF-8E1F-9335DB8D71DF}"/>
          </ac:spMkLst>
        </pc:spChg>
        <pc:spChg chg="del">
          <ac:chgData name="Guest User" userId="S::urn:spo:tenantanon#d4963ce2-af94-4122-95a9-644e8b01624d::" providerId="AD" clId="Web-{C031AC9F-5C66-AEE5-2713-4F90AF14B1AB}" dt="2026-09-06T17:12:13.902" v="0"/>
          <ac:spMkLst>
            <pc:docMk/>
            <pc:sldMk cId="3820309788" sldId="268"/>
            <ac:spMk id="17" creationId="{24005816-5BCA-4665-8A58-5580F8E9C84A}"/>
          </ac:spMkLst>
        </pc:spChg>
        <pc:spChg chg="add">
          <ac:chgData name="Guest User" userId="S::urn:spo:tenantanon#d4963ce2-af94-4122-95a9-644e8b01624d::" providerId="AD" clId="Web-{C031AC9F-5C66-AEE5-2713-4F90AF14B1AB}" dt="2026-09-06T17:12:13.902" v="0"/>
          <ac:spMkLst>
            <pc:docMk/>
            <pc:sldMk cId="3820309788" sldId="268"/>
            <ac:spMk id="104" creationId="{1F94DC1C-47D1-41D7-8B1B-9A036D614027}"/>
          </ac:spMkLst>
        </pc:spChg>
        <pc:spChg chg="add">
          <ac:chgData name="Guest User" userId="S::urn:spo:tenantanon#d4963ce2-af94-4122-95a9-644e8b01624d::" providerId="AD" clId="Web-{C031AC9F-5C66-AEE5-2713-4F90AF14B1AB}" dt="2026-09-06T17:12:13.902" v="0"/>
          <ac:spMkLst>
            <pc:docMk/>
            <pc:sldMk cId="3820309788" sldId="268"/>
            <ac:spMk id="108" creationId="{AC12A592-C02D-46EF-8E1F-9335DB8D71DF}"/>
          </ac:spMkLst>
        </pc:spChg>
        <pc:spChg chg="add">
          <ac:chgData name="Guest User" userId="S::urn:spo:tenantanon#d4963ce2-af94-4122-95a9-644e8b01624d::" providerId="AD" clId="Web-{C031AC9F-5C66-AEE5-2713-4F90AF14B1AB}" dt="2026-09-06T17:12:13.902" v="0"/>
          <ac:spMkLst>
            <pc:docMk/>
            <pc:sldMk cId="3820309788" sldId="268"/>
            <ac:spMk id="110" creationId="{24005816-5BCA-4665-8A58-5580F8E9C84A}"/>
          </ac:spMkLst>
        </pc:spChg>
        <pc:graphicFrameChg chg="mod modGraphic">
          <ac:chgData name="Guest User" userId="S::urn:spo:tenantanon#d4963ce2-af94-4122-95a9-644e8b01624d::" providerId="AD" clId="Web-{C031AC9F-5C66-AEE5-2713-4F90AF14B1AB}" dt="2026-09-06T17:37:06.753" v="44"/>
          <ac:graphicFrameMkLst>
            <pc:docMk/>
            <pc:sldMk cId="3820309788" sldId="268"/>
            <ac:graphicFrameMk id="4" creationId="{B3E9D075-9B84-0A0B-5346-2697CA5EBE5F}"/>
          </ac:graphicFrameMkLst>
        </pc:graphicFrameChg>
        <pc:picChg chg="del">
          <ac:chgData name="Guest User" userId="S::urn:spo:tenantanon#d4963ce2-af94-4122-95a9-644e8b01624d::" providerId="AD" clId="Web-{C031AC9F-5C66-AEE5-2713-4F90AF14B1AB}" dt="2026-09-06T17:12:13.902" v="0"/>
          <ac:picMkLst>
            <pc:docMk/>
            <pc:sldMk cId="3820309788" sldId="268"/>
            <ac:picMk id="6" creationId="{6AF6706C-CF07-43A1-BCC4-CBA5D33820DA}"/>
          </ac:picMkLst>
        </pc:picChg>
        <pc:picChg chg="del">
          <ac:chgData name="Guest User" userId="S::urn:spo:tenantanon#d4963ce2-af94-4122-95a9-644e8b01624d::" providerId="AD" clId="Web-{C031AC9F-5C66-AEE5-2713-4F90AF14B1AB}" dt="2026-09-06T17:12:13.902" v="0"/>
          <ac:picMkLst>
            <pc:docMk/>
            <pc:sldMk cId="3820309788" sldId="268"/>
            <ac:picMk id="13" creationId="{811383CE-CE86-4E1C-B289-798EB9E6E0E5}"/>
          </ac:picMkLst>
        </pc:picChg>
        <pc:picChg chg="add">
          <ac:chgData name="Guest User" userId="S::urn:spo:tenantanon#d4963ce2-af94-4122-95a9-644e8b01624d::" providerId="AD" clId="Web-{C031AC9F-5C66-AEE5-2713-4F90AF14B1AB}" dt="2026-09-06T17:12:13.902" v="0"/>
          <ac:picMkLst>
            <pc:docMk/>
            <pc:sldMk cId="3820309788" sldId="268"/>
            <ac:picMk id="102" creationId="{6AF6706C-CF07-43A1-BCC4-CBA5D33820DA}"/>
          </ac:picMkLst>
        </pc:picChg>
        <pc:picChg chg="add">
          <ac:chgData name="Guest User" userId="S::urn:spo:tenantanon#d4963ce2-af94-4122-95a9-644e8b01624d::" providerId="AD" clId="Web-{C031AC9F-5C66-AEE5-2713-4F90AF14B1AB}" dt="2026-09-06T17:12:13.902" v="0"/>
          <ac:picMkLst>
            <pc:docMk/>
            <pc:sldMk cId="3820309788" sldId="268"/>
            <ac:picMk id="106" creationId="{811383CE-CE86-4E1C-B289-798EB9E6E0E5}"/>
          </ac:picMkLst>
        </pc:picChg>
      </pc:sldChg>
      <pc:sldChg chg="modSp">
        <pc:chgData name="Guest User" userId="S::urn:spo:tenantanon#d4963ce2-af94-4122-95a9-644e8b01624d::" providerId="AD" clId="Web-{C031AC9F-5C66-AEE5-2713-4F90AF14B1AB}" dt="2026-09-06T17:29:51.746" v="5" actId="20577"/>
        <pc:sldMkLst>
          <pc:docMk/>
          <pc:sldMk cId="2462539571" sldId="269"/>
        </pc:sldMkLst>
        <pc:spChg chg="mod">
          <ac:chgData name="Guest User" userId="S::urn:spo:tenantanon#d4963ce2-af94-4122-95a9-644e8b01624d::" providerId="AD" clId="Web-{C031AC9F-5C66-AEE5-2713-4F90AF14B1AB}" dt="2026-09-06T17:29:51.746" v="5" actId="20577"/>
          <ac:spMkLst>
            <pc:docMk/>
            <pc:sldMk cId="2462539571" sldId="269"/>
            <ac:spMk id="3" creationId="{ABA993FD-94EA-3802-A454-69DEC270BDC4}"/>
          </ac:spMkLst>
        </pc:spChg>
      </pc:sldChg>
      <pc:sldChg chg="modSp">
        <pc:chgData name="Guest User" userId="S::urn:spo:tenantanon#d4963ce2-af94-4122-95a9-644e8b01624d::" providerId="AD" clId="Web-{C031AC9F-5C66-AEE5-2713-4F90AF14B1AB}" dt="2026-09-06T17:13:10.153" v="1" actId="14100"/>
        <pc:sldMkLst>
          <pc:docMk/>
          <pc:sldMk cId="732737528" sldId="270"/>
        </pc:sldMkLst>
        <pc:spChg chg="mod">
          <ac:chgData name="Guest User" userId="S::urn:spo:tenantanon#d4963ce2-af94-4122-95a9-644e8b01624d::" providerId="AD" clId="Web-{C031AC9F-5C66-AEE5-2713-4F90AF14B1AB}" dt="2026-09-06T17:13:10.153" v="1" actId="14100"/>
          <ac:spMkLst>
            <pc:docMk/>
            <pc:sldMk cId="732737528" sldId="270"/>
            <ac:spMk id="2" creationId="{BC2A0CFE-FFF0-2B3D-3228-25ACB4A93379}"/>
          </ac:spMkLst>
        </pc:spChg>
      </pc:sldChg>
      <pc:sldChg chg="modSp">
        <pc:chgData name="Guest User" userId="S::urn:spo:tenantanon#d4963ce2-af94-4122-95a9-644e8b01624d::" providerId="AD" clId="Web-{C031AC9F-5C66-AEE5-2713-4F90AF14B1AB}" dt="2026-09-06T17:32:31.952" v="18" actId="1076"/>
        <pc:sldMkLst>
          <pc:docMk/>
          <pc:sldMk cId="92355135" sldId="272"/>
        </pc:sldMkLst>
        <pc:spChg chg="mod">
          <ac:chgData name="Guest User" userId="S::urn:spo:tenantanon#d4963ce2-af94-4122-95a9-644e8b01624d::" providerId="AD" clId="Web-{C031AC9F-5C66-AEE5-2713-4F90AF14B1AB}" dt="2026-09-06T17:32:31.952" v="18" actId="1076"/>
          <ac:spMkLst>
            <pc:docMk/>
            <pc:sldMk cId="92355135" sldId="272"/>
            <ac:spMk id="2" creationId="{7D4BF0FF-3B63-A5A3-95FD-ABA5C08CEE86}"/>
          </ac:spMkLst>
        </pc:spChg>
      </pc:sldChg>
      <pc:sldChg chg="addSp delSp modSp mod setBg setClrOvrMap">
        <pc:chgData name="Guest User" userId="S::urn:spo:tenantanon#d4963ce2-af94-4122-95a9-644e8b01624d::" providerId="AD" clId="Web-{C031AC9F-5C66-AEE5-2713-4F90AF14B1AB}" dt="2026-09-06T17:47:22.684" v="54" actId="1076"/>
        <pc:sldMkLst>
          <pc:docMk/>
          <pc:sldMk cId="2347032891" sldId="273"/>
        </pc:sldMkLst>
        <pc:spChg chg="mod">
          <ac:chgData name="Guest User" userId="S::urn:spo:tenantanon#d4963ce2-af94-4122-95a9-644e8b01624d::" providerId="AD" clId="Web-{C031AC9F-5C66-AEE5-2713-4F90AF14B1AB}" dt="2026-09-06T17:47:22.684" v="54" actId="1076"/>
          <ac:spMkLst>
            <pc:docMk/>
            <pc:sldMk cId="2347032891" sldId="273"/>
            <ac:spMk id="2" creationId="{175D07F2-C822-A565-CA81-4D2691F23313}"/>
          </ac:spMkLst>
        </pc:spChg>
        <pc:spChg chg="add del">
          <ac:chgData name="Guest User" userId="S::urn:spo:tenantanon#d4963ce2-af94-4122-95a9-644e8b01624d::" providerId="AD" clId="Web-{C031AC9F-5C66-AEE5-2713-4F90AF14B1AB}" dt="2026-09-06T17:46:45.479" v="51"/>
          <ac:spMkLst>
            <pc:docMk/>
            <pc:sldMk cId="2347032891" sldId="273"/>
            <ac:spMk id="3" creationId="{36BD464F-2DB0-CC8A-6638-A2D2043F3517}"/>
          </ac:spMkLst>
        </pc:spChg>
        <pc:spChg chg="add del">
          <ac:chgData name="Guest User" userId="S::urn:spo:tenantanon#d4963ce2-af94-4122-95a9-644e8b01624d::" providerId="AD" clId="Web-{C031AC9F-5C66-AEE5-2713-4F90AF14B1AB}" dt="2026-09-06T17:46:20.651" v="46"/>
          <ac:spMkLst>
            <pc:docMk/>
            <pc:sldMk cId="2347032891" sldId="273"/>
            <ac:spMk id="9" creationId="{4117F0C1-BCBB-40C7-99D6-F703E7A4B5F3}"/>
          </ac:spMkLst>
        </pc:spChg>
        <pc:spChg chg="add del">
          <ac:chgData name="Guest User" userId="S::urn:spo:tenantanon#d4963ce2-af94-4122-95a9-644e8b01624d::" providerId="AD" clId="Web-{C031AC9F-5C66-AEE5-2713-4F90AF14B1AB}" dt="2026-09-06T17:46:20.651" v="46"/>
          <ac:spMkLst>
            <pc:docMk/>
            <pc:sldMk cId="2347032891" sldId="273"/>
            <ac:spMk id="11" creationId="{D1A5D8BC-B41A-4E96-91C4-D60F5162257E}"/>
          </ac:spMkLst>
        </pc:spChg>
        <pc:spChg chg="add del">
          <ac:chgData name="Guest User" userId="S::urn:spo:tenantanon#d4963ce2-af94-4122-95a9-644e8b01624d::" providerId="AD" clId="Web-{C031AC9F-5C66-AEE5-2713-4F90AF14B1AB}" dt="2026-09-06T17:46:20.651" v="46"/>
          <ac:spMkLst>
            <pc:docMk/>
            <pc:sldMk cId="2347032891" sldId="273"/>
            <ac:spMk id="15" creationId="{51287385-D3EA-47A8-A127-6061791ADBB6}"/>
          </ac:spMkLst>
        </pc:spChg>
        <pc:spChg chg="add del">
          <ac:chgData name="Guest User" userId="S::urn:spo:tenantanon#d4963ce2-af94-4122-95a9-644e8b01624d::" providerId="AD" clId="Web-{C031AC9F-5C66-AEE5-2713-4F90AF14B1AB}" dt="2026-09-06T17:46:36.682" v="48"/>
          <ac:spMkLst>
            <pc:docMk/>
            <pc:sldMk cId="2347032891" sldId="273"/>
            <ac:spMk id="18" creationId="{36BD464F-2DB0-CC8A-6638-A2D2043F3517}"/>
          </ac:spMkLst>
        </pc:spChg>
        <pc:spChg chg="add del">
          <ac:chgData name="Guest User" userId="S::urn:spo:tenantanon#d4963ce2-af94-4122-95a9-644e8b01624d::" providerId="AD" clId="Web-{C031AC9F-5C66-AEE5-2713-4F90AF14B1AB}" dt="2026-09-06T17:46:45.448" v="50"/>
          <ac:spMkLst>
            <pc:docMk/>
            <pc:sldMk cId="2347032891" sldId="273"/>
            <ac:spMk id="20" creationId="{4117F0C1-BCBB-40C7-99D6-F703E7A4B5F3}"/>
          </ac:spMkLst>
        </pc:spChg>
        <pc:spChg chg="add del">
          <ac:chgData name="Guest User" userId="S::urn:spo:tenantanon#d4963ce2-af94-4122-95a9-644e8b01624d::" providerId="AD" clId="Web-{C031AC9F-5C66-AEE5-2713-4F90AF14B1AB}" dt="2026-09-06T17:46:45.448" v="50"/>
          <ac:spMkLst>
            <pc:docMk/>
            <pc:sldMk cId="2347032891" sldId="273"/>
            <ac:spMk id="21" creationId="{D1A5D8BC-B41A-4E96-91C4-D60F5162257E}"/>
          </ac:spMkLst>
        </pc:spChg>
        <pc:spChg chg="add del">
          <ac:chgData name="Guest User" userId="S::urn:spo:tenantanon#d4963ce2-af94-4122-95a9-644e8b01624d::" providerId="AD" clId="Web-{C031AC9F-5C66-AEE5-2713-4F90AF14B1AB}" dt="2026-09-06T17:46:45.448" v="50"/>
          <ac:spMkLst>
            <pc:docMk/>
            <pc:sldMk cId="2347032891" sldId="273"/>
            <ac:spMk id="23" creationId="{51287385-D3EA-47A8-A127-6061791ADBB6}"/>
          </ac:spMkLst>
        </pc:spChg>
        <pc:spChg chg="add mod">
          <ac:chgData name="Guest User" userId="S::urn:spo:tenantanon#d4963ce2-af94-4122-95a9-644e8b01624d::" providerId="AD" clId="Web-{C031AC9F-5C66-AEE5-2713-4F90AF14B1AB}" dt="2026-09-06T17:47:00.886" v="52" actId="1076"/>
          <ac:spMkLst>
            <pc:docMk/>
            <pc:sldMk cId="2347032891" sldId="273"/>
            <ac:spMk id="27" creationId="{36BD464F-2DB0-CC8A-6638-A2D2043F3517}"/>
          </ac:spMkLst>
        </pc:spChg>
        <pc:graphicFrameChg chg="add del">
          <ac:chgData name="Guest User" userId="S::urn:spo:tenantanon#d4963ce2-af94-4122-95a9-644e8b01624d::" providerId="AD" clId="Web-{C031AC9F-5C66-AEE5-2713-4F90AF14B1AB}" dt="2026-09-06T17:46:20.651" v="46"/>
          <ac:graphicFrameMkLst>
            <pc:docMk/>
            <pc:sldMk cId="2347032891" sldId="273"/>
            <ac:graphicFrameMk id="5" creationId="{DF20263B-66D5-1AAA-F0D7-3C0048350FD9}"/>
          </ac:graphicFrameMkLst>
        </pc:graphicFrameChg>
        <pc:graphicFrameChg chg="add del">
          <ac:chgData name="Guest User" userId="S::urn:spo:tenantanon#d4963ce2-af94-4122-95a9-644e8b01624d::" providerId="AD" clId="Web-{C031AC9F-5C66-AEE5-2713-4F90AF14B1AB}" dt="2026-09-06T17:46:45.448" v="50"/>
          <ac:graphicFrameMkLst>
            <pc:docMk/>
            <pc:sldMk cId="2347032891" sldId="273"/>
            <ac:graphicFrameMk id="24" creationId="{F7EB3ADF-BC81-5080-CADC-D1912181B134}"/>
          </ac:graphicFrameMkLst>
        </pc:graphicFrameChg>
        <pc:picChg chg="add del">
          <ac:chgData name="Guest User" userId="S::urn:spo:tenantanon#d4963ce2-af94-4122-95a9-644e8b01624d::" providerId="AD" clId="Web-{C031AC9F-5C66-AEE5-2713-4F90AF14B1AB}" dt="2026-09-06T17:46:20.651" v="46"/>
          <ac:picMkLst>
            <pc:docMk/>
            <pc:sldMk cId="2347032891" sldId="273"/>
            <ac:picMk id="13" creationId="{0D321D5F-FA18-4271-9EAA-0BEA14116BB5}"/>
          </ac:picMkLst>
        </pc:picChg>
        <pc:picChg chg="add del">
          <ac:chgData name="Guest User" userId="S::urn:spo:tenantanon#d4963ce2-af94-4122-95a9-644e8b01624d::" providerId="AD" clId="Web-{C031AC9F-5C66-AEE5-2713-4F90AF14B1AB}" dt="2026-09-06T17:46:36.682" v="48"/>
          <ac:picMkLst>
            <pc:docMk/>
            <pc:sldMk cId="2347032891" sldId="273"/>
            <ac:picMk id="17" creationId="{2787D57D-B99D-07B3-E941-2C052C33AE5D}"/>
          </ac:picMkLst>
        </pc:picChg>
        <pc:picChg chg="add del">
          <ac:chgData name="Guest User" userId="S::urn:spo:tenantanon#d4963ce2-af94-4122-95a9-644e8b01624d::" providerId="AD" clId="Web-{C031AC9F-5C66-AEE5-2713-4F90AF14B1AB}" dt="2026-09-06T17:46:45.448" v="50"/>
          <ac:picMkLst>
            <pc:docMk/>
            <pc:sldMk cId="2347032891" sldId="273"/>
            <ac:picMk id="22" creationId="{0D321D5F-FA18-4271-9EAA-0BEA14116BB5}"/>
          </ac:picMkLst>
        </pc:picChg>
        <pc:picChg chg="add">
          <ac:chgData name="Guest User" userId="S::urn:spo:tenantanon#d4963ce2-af94-4122-95a9-644e8b01624d::" providerId="AD" clId="Web-{C031AC9F-5C66-AEE5-2713-4F90AF14B1AB}" dt="2026-09-06T17:46:45.479" v="51"/>
          <ac:picMkLst>
            <pc:docMk/>
            <pc:sldMk cId="2347032891" sldId="273"/>
            <ac:picMk id="26" creationId="{2787D57D-B99D-07B3-E941-2C052C33AE5D}"/>
          </ac:picMkLst>
        </pc:picChg>
      </pc:sldChg>
    </pc:docChg>
  </pc:docChgLst>
  <pc:docChgLst>
    <pc:chgData name="Guest User" userId="S::urn:spo:tenantanon#d4963ce2-af94-4122-95a9-644e8b01624d::" providerId="AD" clId="Web-{00000000-0000-0000-0000-000000000000}"/>
    <pc:docChg chg="mod addSld delSld modSld addMainMaster delMainMaster modMainMaster">
      <pc:chgData name="Guest User" userId="S::urn:spo:tenantanon#d4963ce2-af94-4122-95a9-644e8b01624d::" providerId="AD" clId="Web-{00000000-0000-0000-0000-000000000000}" dt="2026-09-06T16:36:52.845" v="368" actId="20577"/>
      <pc:docMkLst>
        <pc:docMk/>
      </pc:docMkLst>
      <pc:sldChg chg="addSp delSp modSp mod modTransition setBg modClrScheme setClrOvrMap delDesignElem chgLayout">
        <pc:chgData name="Guest User" userId="S::urn:spo:tenantanon#d4963ce2-af94-4122-95a9-644e8b01624d::" providerId="AD" clId="Web-{00000000-0000-0000-0000-000000000000}" dt="2026-09-06T16:30:11.375" v="238"/>
        <pc:sldMkLst>
          <pc:docMk/>
          <pc:sldMk cId="1742436294" sldId="256"/>
        </pc:sldMkLst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1742436294" sldId="256"/>
            <ac:spMk id="2" creationId="{2C699E8C-7E52-06C9-89A4-974F8CD3AE5F}"/>
          </ac:spMkLst>
        </pc:spChg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1742436294" sldId="256"/>
            <ac:spMk id="3" creationId="{FB3843B6-63DB-007D-CC94-9C1D628C0E6C}"/>
          </ac:spMkLst>
        </pc:spChg>
        <pc:spChg chg="add del">
          <ac:chgData name="Guest User" userId="S::urn:spo:tenantanon#d4963ce2-af94-4122-95a9-644e8b01624d::" providerId="AD" clId="Web-{00000000-0000-0000-0000-000000000000}" dt="2026-09-06T15:44:13.245" v="30"/>
          <ac:spMkLst>
            <pc:docMk/>
            <pc:sldMk cId="1742436294" sldId="256"/>
            <ac:spMk id="10" creationId="{5A7802B6-FF37-40CF-A7E2-6F2A0D9A91EF}"/>
          </ac:spMkLst>
        </pc:spChg>
        <pc:spChg chg="add del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1742436294" sldId="256"/>
            <ac:spMk id="12" creationId="{09C946AC-2072-4946-A2B8-39F09D0944EE}"/>
          </ac:spMkLst>
        </pc:spChg>
        <pc:spChg chg="add del">
          <ac:chgData name="Guest User" userId="S::urn:spo:tenantanon#d4963ce2-af94-4122-95a9-644e8b01624d::" providerId="AD" clId="Web-{00000000-0000-0000-0000-000000000000}" dt="2026-09-06T15:44:05.666" v="28"/>
          <ac:spMkLst>
            <pc:docMk/>
            <pc:sldMk cId="1742436294" sldId="256"/>
            <ac:spMk id="13" creationId="{66D61E08-70C3-48D8-BEA0-787111DC30DA}"/>
          </ac:spMkLst>
        </pc:spChg>
        <pc:spChg chg="add del">
          <ac:chgData name="Guest User" userId="S::urn:spo:tenantanon#d4963ce2-af94-4122-95a9-644e8b01624d::" providerId="AD" clId="Web-{00000000-0000-0000-0000-000000000000}" dt="2026-09-06T15:44:05.666" v="28"/>
          <ac:spMkLst>
            <pc:docMk/>
            <pc:sldMk cId="1742436294" sldId="256"/>
            <ac:spMk id="15" creationId="{FC55298F-0AE5-478E-AD2B-03C2614C5833}"/>
          </ac:spMkLst>
        </pc:spChg>
        <pc:spChg chg="add del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1742436294" sldId="256"/>
            <ac:spMk id="16" creationId="{559FD8B5-8CC4-4CFE-BD2A-1216B1F2C3DB}"/>
          </ac:spMkLst>
        </pc:spChg>
        <pc:spChg chg="add del">
          <ac:chgData name="Guest User" userId="S::urn:spo:tenantanon#d4963ce2-af94-4122-95a9-644e8b01624d::" providerId="AD" clId="Web-{00000000-0000-0000-0000-000000000000}" dt="2026-09-06T15:44:05.666" v="28"/>
          <ac:spMkLst>
            <pc:docMk/>
            <pc:sldMk cId="1742436294" sldId="256"/>
            <ac:spMk id="17" creationId="{C180E4EA-0B63-4779-A895-7E90E71088F3}"/>
          </ac:spMkLst>
        </pc:spChg>
        <pc:spChg chg="add del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1742436294" sldId="256"/>
            <ac:spMk id="18" creationId="{9ECF13F4-3D2A-4F2E-9BBD-3038670D21ED}"/>
          </ac:spMkLst>
        </pc:spChg>
        <pc:spChg chg="add del">
          <ac:chgData name="Guest User" userId="S::urn:spo:tenantanon#d4963ce2-af94-4122-95a9-644e8b01624d::" providerId="AD" clId="Web-{00000000-0000-0000-0000-000000000000}" dt="2026-09-06T15:44:05.666" v="28"/>
          <ac:spMkLst>
            <pc:docMk/>
            <pc:sldMk cId="1742436294" sldId="256"/>
            <ac:spMk id="19" creationId="{CEE01D9D-3DE8-4EED-B0D3-8F3C79CC7673}"/>
          </ac:spMkLst>
        </pc:spChg>
        <pc:spChg chg="add del">
          <ac:chgData name="Guest User" userId="S::urn:spo:tenantanon#d4963ce2-af94-4122-95a9-644e8b01624d::" providerId="AD" clId="Web-{00000000-0000-0000-0000-000000000000}" dt="2026-09-06T15:44:05.666" v="28"/>
          <ac:spMkLst>
            <pc:docMk/>
            <pc:sldMk cId="1742436294" sldId="256"/>
            <ac:spMk id="21" creationId="{89AF5CE9-607F-43F4-8983-DCD6DA4051FD}"/>
          </ac:spMkLst>
        </pc:spChg>
        <pc:spChg chg="add del">
          <ac:chgData name="Guest User" userId="S::urn:spo:tenantanon#d4963ce2-af94-4122-95a9-644e8b01624d::" providerId="AD" clId="Web-{00000000-0000-0000-0000-000000000000}" dt="2026-09-06T15:44:05.666" v="28"/>
          <ac:spMkLst>
            <pc:docMk/>
            <pc:sldMk cId="1742436294" sldId="256"/>
            <ac:spMk id="23" creationId="{6EEA2DBD-9E1E-4521-8C01-F32AD18A89E3}"/>
          </ac:spMkLst>
        </pc:spChg>
        <pc:spChg chg="add del">
          <ac:chgData name="Guest User" userId="S::urn:spo:tenantanon#d4963ce2-af94-4122-95a9-644e8b01624d::" providerId="AD" clId="Web-{00000000-0000-0000-0000-000000000000}" dt="2026-09-06T15:44:05.666" v="28"/>
          <ac:spMkLst>
            <pc:docMk/>
            <pc:sldMk cId="1742436294" sldId="256"/>
            <ac:spMk id="25" creationId="{15BBD2C1-BA9B-46A9-A27A-33498B169272}"/>
          </ac:spMkLst>
        </pc:spChg>
        <pc:grpChg chg="add del">
          <ac:chgData name="Guest User" userId="S::urn:spo:tenantanon#d4963ce2-af94-4122-95a9-644e8b01624d::" providerId="AD" clId="Web-{00000000-0000-0000-0000-000000000000}" dt="2026-09-06T16:30:11.375" v="238"/>
          <ac:grpSpMkLst>
            <pc:docMk/>
            <pc:sldMk cId="1742436294" sldId="256"/>
            <ac:grpSpMk id="20" creationId="{19660E16-DCC0-4B6C-8E84-4C292580059F}"/>
          </ac:grpSpMkLst>
        </pc:grpChg>
        <pc:picChg chg="add del">
          <ac:chgData name="Guest User" userId="S::urn:spo:tenantanon#d4963ce2-af94-4122-95a9-644e8b01624d::" providerId="AD" clId="Web-{00000000-0000-0000-0000-000000000000}" dt="2026-09-06T15:44:05.666" v="28"/>
          <ac:picMkLst>
            <pc:docMk/>
            <pc:sldMk cId="1742436294" sldId="256"/>
            <ac:picMk id="5" creationId="{98899008-7A65-314A-77D7-1D29CA8D073E}"/>
          </ac:picMkLst>
        </pc:picChg>
        <pc:picChg chg="add mod">
          <ac:chgData name="Guest User" userId="S::urn:spo:tenantanon#d4963ce2-af94-4122-95a9-644e8b01624d::" providerId="AD" clId="Web-{00000000-0000-0000-0000-000000000000}" dt="2026-09-06T15:45:28.702" v="34"/>
          <ac:picMkLst>
            <pc:docMk/>
            <pc:sldMk cId="1742436294" sldId="256"/>
            <ac:picMk id="7" creationId="{B2C20550-2281-C525-48C0-58E6845C9B73}"/>
          </ac:picMkLst>
        </pc:picChg>
        <pc:picChg chg="add del">
          <ac:chgData name="Guest User" userId="S::urn:spo:tenantanon#d4963ce2-af94-4122-95a9-644e8b01624d::" providerId="AD" clId="Web-{00000000-0000-0000-0000-000000000000}" dt="2026-09-06T16:30:11.375" v="238"/>
          <ac:picMkLst>
            <pc:docMk/>
            <pc:sldMk cId="1742436294" sldId="256"/>
            <ac:picMk id="14" creationId="{A748C8C8-F348-4D00-852A-26DD9EBCC24C}"/>
          </ac:picMkLst>
        </pc:picChg>
      </pc:sldChg>
      <pc:sldChg chg="addSp delSp modSp mod modTransition setBg modClrScheme setClrOvrMap chgLayout">
        <pc:chgData name="Guest User" userId="S::urn:spo:tenantanon#d4963ce2-af94-4122-95a9-644e8b01624d::" providerId="AD" clId="Web-{00000000-0000-0000-0000-000000000000}" dt="2026-09-06T16:30:11.375" v="238"/>
        <pc:sldMkLst>
          <pc:docMk/>
          <pc:sldMk cId="3981812902" sldId="257"/>
        </pc:sldMkLst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981812902" sldId="257"/>
            <ac:spMk id="2" creationId="{72D6C269-582A-F3F5-2D0E-1357764CD0FA}"/>
          </ac:spMkLst>
        </pc:spChg>
        <pc:spChg chg="add del mod ord">
          <ac:chgData name="Guest User" userId="S::urn:spo:tenantanon#d4963ce2-af94-4122-95a9-644e8b01624d::" providerId="AD" clId="Web-{00000000-0000-0000-0000-000000000000}" dt="2026-09-06T15:46:20.517" v="41"/>
          <ac:spMkLst>
            <pc:docMk/>
            <pc:sldMk cId="3981812902" sldId="257"/>
            <ac:spMk id="3" creationId="{A4EF072A-7538-0C49-3CB2-C7E90A4D2034}"/>
          </ac:spMkLst>
        </pc:spChg>
        <pc:spChg chg="add del">
          <ac:chgData name="Guest User" userId="S::urn:spo:tenantanon#d4963ce2-af94-4122-95a9-644e8b01624d::" providerId="AD" clId="Web-{00000000-0000-0000-0000-000000000000}" dt="2026-09-06T16:17:55.907" v="171"/>
          <ac:spMkLst>
            <pc:docMk/>
            <pc:sldMk cId="3981812902" sldId="257"/>
            <ac:spMk id="16" creationId="{75F65CD9-825D-44BD-8681-D42D260D4C63}"/>
          </ac:spMkLst>
        </pc:spChg>
        <pc:spChg chg="add del">
          <ac:chgData name="Guest User" userId="S::urn:spo:tenantanon#d4963ce2-af94-4122-95a9-644e8b01624d::" providerId="AD" clId="Web-{00000000-0000-0000-0000-000000000000}" dt="2026-09-06T16:17:55.907" v="171"/>
          <ac:spMkLst>
            <pc:docMk/>
            <pc:sldMk cId="3981812902" sldId="257"/>
            <ac:spMk id="18" creationId="{B2F64C47-BE0B-4DA4-A62F-C6922DD2082F}"/>
          </ac:spMkLst>
        </pc:spChg>
        <pc:graphicFrameChg chg="add del">
          <ac:chgData name="Guest User" userId="S::urn:spo:tenantanon#d4963ce2-af94-4122-95a9-644e8b01624d::" providerId="AD" clId="Web-{00000000-0000-0000-0000-000000000000}" dt="2026-09-06T15:46:20.501" v="40"/>
          <ac:graphicFrameMkLst>
            <pc:docMk/>
            <pc:sldMk cId="3981812902" sldId="257"/>
            <ac:graphicFrameMk id="9" creationId="{FCDE829C-AB32-FE09-80BC-5DD4A66001E4}"/>
          </ac:graphicFrameMkLst>
        </pc:graphicFrameChg>
        <pc:graphicFrameChg chg="add mod ord modGraphic">
          <ac:chgData name="Guest User" userId="S::urn:spo:tenantanon#d4963ce2-af94-4122-95a9-644e8b01624d::" providerId="AD" clId="Web-{00000000-0000-0000-0000-000000000000}" dt="2026-09-06T16:30:11.375" v="238"/>
          <ac:graphicFrameMkLst>
            <pc:docMk/>
            <pc:sldMk cId="3981812902" sldId="257"/>
            <ac:graphicFrameMk id="11" creationId="{B00D346F-534C-787E-A442-16682A4DD065}"/>
          </ac:graphicFrameMkLst>
        </pc:graphicFrameChg>
        <pc:picChg chg="add del">
          <ac:chgData name="Guest User" userId="S::urn:spo:tenantanon#d4963ce2-af94-4122-95a9-644e8b01624d::" providerId="AD" clId="Web-{00000000-0000-0000-0000-000000000000}" dt="2026-09-06T15:46:01.469" v="36"/>
          <ac:picMkLst>
            <pc:docMk/>
            <pc:sldMk cId="3981812902" sldId="257"/>
            <ac:picMk id="5" creationId="{E135629D-A67C-5C27-758E-3BFD831ED2F7}"/>
          </ac:picMkLst>
        </pc:picChg>
        <pc:picChg chg="add del">
          <ac:chgData name="Guest User" userId="S::urn:spo:tenantanon#d4963ce2-af94-4122-95a9-644e8b01624d::" providerId="AD" clId="Web-{00000000-0000-0000-0000-000000000000}" dt="2026-09-06T15:46:17.282" v="38"/>
          <ac:picMkLst>
            <pc:docMk/>
            <pc:sldMk cId="3981812902" sldId="257"/>
            <ac:picMk id="7" creationId="{AB41AD0D-60D3-DF46-C312-6880A91F7A83}"/>
          </ac:picMkLst>
        </pc:picChg>
      </pc:sldChg>
      <pc:sldChg chg="addSp delSp modSp mod modTransition setBg modClrScheme delDesignElem chgLayout">
        <pc:chgData name="Guest User" userId="S::urn:spo:tenantanon#d4963ce2-af94-4122-95a9-644e8b01624d::" providerId="AD" clId="Web-{00000000-0000-0000-0000-000000000000}" dt="2026-09-06T16:30:11.375" v="238"/>
        <pc:sldMkLst>
          <pc:docMk/>
          <pc:sldMk cId="593837158" sldId="258"/>
        </pc:sldMkLst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593837158" sldId="258"/>
            <ac:spMk id="2" creationId="{41B62BA6-3E4E-D66B-6973-2A218D6954D4}"/>
          </ac:spMkLst>
        </pc:spChg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593837158" sldId="258"/>
            <ac:spMk id="3" creationId="{C6136E62-E729-F365-19F5-9741D2045E1F}"/>
          </ac:spMkLst>
        </pc:spChg>
        <pc:spChg chg="mod ord">
          <ac:chgData name="Guest User" userId="S::urn:spo:tenantanon#d4963ce2-af94-4122-95a9-644e8b01624d::" providerId="AD" clId="Web-{00000000-0000-0000-0000-000000000000}" dt="2026-09-06T15:39:41.578" v="8"/>
          <ac:spMkLst>
            <pc:docMk/>
            <pc:sldMk cId="593837158" sldId="258"/>
            <ac:spMk id="4" creationId="{86639F04-5C8F-B391-FA96-773489104642}"/>
          </ac:spMkLst>
        </pc:spChg>
        <pc:spChg chg="del">
          <ac:chgData name="Guest User" userId="S::urn:spo:tenantanon#d4963ce2-af94-4122-95a9-644e8b01624d::" providerId="AD" clId="Web-{00000000-0000-0000-0000-000000000000}" dt="2026-09-06T15:41:50.083" v="18"/>
          <ac:spMkLst>
            <pc:docMk/>
            <pc:sldMk cId="593837158" sldId="258"/>
            <ac:spMk id="19" creationId="{6AD30037-67ED-4367-9BE0-45787510BF13}"/>
          </ac:spMkLst>
        </pc:spChg>
        <pc:grpChg chg="del">
          <ac:chgData name="Guest User" userId="S::urn:spo:tenantanon#d4963ce2-af94-4122-95a9-644e8b01624d::" providerId="AD" clId="Web-{00000000-0000-0000-0000-000000000000}" dt="2026-09-06T15:41:50.083" v="18"/>
          <ac:grpSpMkLst>
            <pc:docMk/>
            <pc:sldMk cId="593837158" sldId="258"/>
            <ac:grpSpMk id="11" creationId="{260ACC13-B825-49F3-93DE-C8B8F2FA37A1}"/>
          </ac:grpSpMkLst>
        </pc:grpChg>
        <pc:grpChg chg="del">
          <ac:chgData name="Guest User" userId="S::urn:spo:tenantanon#d4963ce2-af94-4122-95a9-644e8b01624d::" providerId="AD" clId="Web-{00000000-0000-0000-0000-000000000000}" dt="2026-09-06T15:41:50.083" v="18"/>
          <ac:grpSpMkLst>
            <pc:docMk/>
            <pc:sldMk cId="593837158" sldId="258"/>
            <ac:grpSpMk id="21" creationId="{50841A4E-5BC1-44B4-83CF-D524E8AEAD64}"/>
          </ac:grpSpMkLst>
        </pc:grpChg>
        <pc:picChg chg="mod ord">
          <ac:chgData name="Guest User" userId="S::urn:spo:tenantanon#d4963ce2-af94-4122-95a9-644e8b01624d::" providerId="AD" clId="Web-{00000000-0000-0000-0000-000000000000}" dt="2026-09-06T16:30:11.375" v="238"/>
          <ac:picMkLst>
            <pc:docMk/>
            <pc:sldMk cId="593837158" sldId="258"/>
            <ac:picMk id="6" creationId="{52FDF5D2-5CE7-DC95-7B37-E1878A28F837}"/>
          </ac:picMkLst>
        </pc:picChg>
        <pc:picChg chg="add del">
          <ac:chgData name="Guest User" userId="S::urn:spo:tenantanon#d4963ce2-af94-4122-95a9-644e8b01624d::" providerId="AD" clId="Web-{00000000-0000-0000-0000-000000000000}" dt="2026-09-06T15:47:26.301" v="44"/>
          <ac:picMkLst>
            <pc:docMk/>
            <pc:sldMk cId="593837158" sldId="258"/>
            <ac:picMk id="8" creationId="{DF6A9299-1D12-47E2-9DD4-03342553C4AA}"/>
          </ac:picMkLst>
        </pc:picChg>
        <pc:picChg chg="add del">
          <ac:chgData name="Guest User" userId="S::urn:spo:tenantanon#d4963ce2-af94-4122-95a9-644e8b01624d::" providerId="AD" clId="Web-{00000000-0000-0000-0000-000000000000}" dt="2026-09-06T15:47:34.098" v="46"/>
          <ac:picMkLst>
            <pc:docMk/>
            <pc:sldMk cId="593837158" sldId="258"/>
            <ac:picMk id="10" creationId="{DF6A9299-1D12-47E2-9DD4-03342553C4AA}"/>
          </ac:picMkLst>
        </pc:picChg>
        <pc:picChg chg="add del">
          <ac:chgData name="Guest User" userId="S::urn:spo:tenantanon#d4963ce2-af94-4122-95a9-644e8b01624d::" providerId="AD" clId="Web-{00000000-0000-0000-0000-000000000000}" dt="2026-09-06T15:47:38.910" v="48"/>
          <ac:picMkLst>
            <pc:docMk/>
            <pc:sldMk cId="593837158" sldId="258"/>
            <ac:picMk id="12" creationId="{A53ED3FC-3BE8-4F1F-BEF1-74B1C721718A}"/>
          </ac:picMkLst>
        </pc:picChg>
        <pc:picChg chg="add del">
          <ac:chgData name="Guest User" userId="S::urn:spo:tenantanon#d4963ce2-af94-4122-95a9-644e8b01624d::" providerId="AD" clId="Web-{00000000-0000-0000-0000-000000000000}" dt="2026-09-06T15:47:45.426" v="50"/>
          <ac:picMkLst>
            <pc:docMk/>
            <pc:sldMk cId="593837158" sldId="258"/>
            <ac:picMk id="14" creationId="{DF6A9299-1D12-47E2-9DD4-03342553C4AA}"/>
          </ac:picMkLst>
        </pc:picChg>
        <pc:picChg chg="add del">
          <ac:chgData name="Guest User" userId="S::urn:spo:tenantanon#d4963ce2-af94-4122-95a9-644e8b01624d::" providerId="AD" clId="Web-{00000000-0000-0000-0000-000000000000}" dt="2026-09-06T16:30:11.375" v="238"/>
          <ac:picMkLst>
            <pc:docMk/>
            <pc:sldMk cId="593837158" sldId="258"/>
            <ac:picMk id="16" creationId="{A53ED3FC-3BE8-4F1F-BEF1-74B1C721718A}"/>
          </ac:picMkLst>
        </pc:picChg>
      </pc:sldChg>
      <pc:sldChg chg="delSp modSp new mod modClrScheme chgLayout">
        <pc:chgData name="Guest User" userId="S::urn:spo:tenantanon#d4963ce2-af94-4122-95a9-644e8b01624d::" providerId="AD" clId="Web-{00000000-0000-0000-0000-000000000000}" dt="2026-09-06T15:50:07.276" v="52"/>
        <pc:sldMkLst>
          <pc:docMk/>
          <pc:sldMk cId="618277" sldId="259"/>
        </pc:sldMkLst>
        <pc:spChg chg="mod ord">
          <ac:chgData name="Guest User" userId="S::urn:spo:tenantanon#d4963ce2-af94-4122-95a9-644e8b01624d::" providerId="AD" clId="Web-{00000000-0000-0000-0000-000000000000}" dt="2026-09-06T15:45:15.280" v="33"/>
          <ac:spMkLst>
            <pc:docMk/>
            <pc:sldMk cId="618277" sldId="259"/>
            <ac:spMk id="2" creationId="{6EFD7E9E-72F2-1E70-4C67-D86CAC801BF1}"/>
          </ac:spMkLst>
        </pc:spChg>
        <pc:spChg chg="mod ord">
          <ac:chgData name="Guest User" userId="S::urn:spo:tenantanon#d4963ce2-af94-4122-95a9-644e8b01624d::" providerId="AD" clId="Web-{00000000-0000-0000-0000-000000000000}" dt="2026-09-06T15:45:15.280" v="33"/>
          <ac:spMkLst>
            <pc:docMk/>
            <pc:sldMk cId="618277" sldId="259"/>
            <ac:spMk id="3" creationId="{240DB4BF-8389-F17A-2A67-41732C1293FF}"/>
          </ac:spMkLst>
        </pc:spChg>
        <pc:spChg chg="del mod ord">
          <ac:chgData name="Guest User" userId="S::urn:spo:tenantanon#d4963ce2-af94-4122-95a9-644e8b01624d::" providerId="AD" clId="Web-{00000000-0000-0000-0000-000000000000}" dt="2026-09-06T15:50:07.276" v="52"/>
          <ac:spMkLst>
            <pc:docMk/>
            <pc:sldMk cId="618277" sldId="259"/>
            <ac:spMk id="4" creationId="{A33E801B-D248-B35A-CC3F-D3C9E17D275B}"/>
          </ac:spMkLst>
        </pc:spChg>
      </pc:sldChg>
      <pc:sldChg chg="addSp delSp modSp mod modTransition setBg modClrScheme setClrOvrMap delDesignElem chgLayout">
        <pc:chgData name="Guest User" userId="S::urn:spo:tenantanon#d4963ce2-af94-4122-95a9-644e8b01624d::" providerId="AD" clId="Web-{00000000-0000-0000-0000-000000000000}" dt="2026-09-06T16:30:11.375" v="238"/>
        <pc:sldMkLst>
          <pc:docMk/>
          <pc:sldMk cId="3922993146" sldId="259"/>
        </pc:sldMkLst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922993146" sldId="259"/>
            <ac:spMk id="2" creationId="{82BC1CF0-CCCC-F6EC-B4B9-EDF1CECE5D7B}"/>
          </ac:spMkLst>
        </pc:spChg>
        <pc:spChg chg="mod">
          <ac:chgData name="Guest User" userId="S::urn:spo:tenantanon#d4963ce2-af94-4122-95a9-644e8b01624d::" providerId="AD" clId="Web-{00000000-0000-0000-0000-000000000000}" dt="2026-09-06T15:52:49.767" v="61"/>
          <ac:spMkLst>
            <pc:docMk/>
            <pc:sldMk cId="3922993146" sldId="259"/>
            <ac:spMk id="8" creationId="{C400AEB8-CC31-CACC-A9D8-2C70C1B9CEEA}"/>
          </ac:spMkLst>
        </pc:spChg>
        <pc:spChg chg="add del">
          <ac:chgData name="Guest User" userId="S::urn:spo:tenantanon#d4963ce2-af94-4122-95a9-644e8b01624d::" providerId="AD" clId="Web-{00000000-0000-0000-0000-000000000000}" dt="2026-09-06T15:52:49.736" v="60"/>
          <ac:spMkLst>
            <pc:docMk/>
            <pc:sldMk cId="3922993146" sldId="259"/>
            <ac:spMk id="18" creationId="{ED10CF64-F588-4794-80E9-12CBA1784939}"/>
          </ac:spMkLst>
        </pc:spChg>
        <pc:spChg chg="add">
          <ac:chgData name="Guest User" userId="S::urn:spo:tenantanon#d4963ce2-af94-4122-95a9-644e8b01624d::" providerId="AD" clId="Web-{00000000-0000-0000-0000-000000000000}" dt="2026-09-06T15:52:49.767" v="61"/>
          <ac:spMkLst>
            <pc:docMk/>
            <pc:sldMk cId="3922993146" sldId="259"/>
            <ac:spMk id="21" creationId="{CBD94887-6A10-4F62-8EE1-B2BCFA1F380F}"/>
          </ac:spMkLst>
        </pc:spChg>
        <pc:spChg chg="del">
          <ac:chgData name="Guest User" userId="S::urn:spo:tenantanon#d4963ce2-af94-4122-95a9-644e8b01624d::" providerId="AD" clId="Web-{00000000-0000-0000-0000-000000000000}" dt="2026-09-06T15:56:51.230" v="75"/>
          <ac:spMkLst>
            <pc:docMk/>
            <pc:sldMk cId="3922993146" sldId="259"/>
            <ac:spMk id="34" creationId="{8067CDDE-0F7A-4F6C-B7FA-0650DFC399B0}"/>
          </ac:spMkLst>
        </pc:spChg>
        <pc:spChg chg="del">
          <ac:chgData name="Guest User" userId="S::urn:spo:tenantanon#d4963ce2-af94-4122-95a9-644e8b01624d::" providerId="AD" clId="Web-{00000000-0000-0000-0000-000000000000}" dt="2026-09-06T15:56:51.230" v="75"/>
          <ac:spMkLst>
            <pc:docMk/>
            <pc:sldMk cId="3922993146" sldId="259"/>
            <ac:spMk id="38" creationId="{A8635C30-AA94-45A1-A48E-3B9EF34DC2F1}"/>
          </ac:spMkLst>
        </pc:spChg>
        <pc:spChg chg="add del">
          <ac:chgData name="Guest User" userId="S::urn:spo:tenantanon#d4963ce2-af94-4122-95a9-644e8b01624d::" providerId="AD" clId="Web-{00000000-0000-0000-0000-000000000000}" dt="2026-09-06T15:58:01.905" v="76"/>
          <ac:spMkLst>
            <pc:docMk/>
            <pc:sldMk cId="3922993146" sldId="259"/>
            <ac:spMk id="47" creationId="{CFF5BED3-4EE4-425F-A016-C272586B88E5}"/>
          </ac:spMkLst>
        </pc:spChg>
        <pc:spChg chg="add del">
          <ac:chgData name="Guest User" userId="S::urn:spo:tenantanon#d4963ce2-af94-4122-95a9-644e8b01624d::" providerId="AD" clId="Web-{00000000-0000-0000-0000-000000000000}" dt="2026-09-06T15:58:01.905" v="76"/>
          <ac:spMkLst>
            <pc:docMk/>
            <pc:sldMk cId="3922993146" sldId="259"/>
            <ac:spMk id="49" creationId="{D856B4CA-4519-432C-ABFD-F2AE5D70E09C}"/>
          </ac:spMkLst>
        </pc:spChg>
        <pc:spChg chg="add del">
          <ac:chgData name="Guest User" userId="S::urn:spo:tenantanon#d4963ce2-af94-4122-95a9-644e8b01624d::" providerId="AD" clId="Web-{00000000-0000-0000-0000-000000000000}" dt="2026-09-06T15:58:01.905" v="76"/>
          <ac:spMkLst>
            <pc:docMk/>
            <pc:sldMk cId="3922993146" sldId="259"/>
            <ac:spMk id="51" creationId="{61D03B64-A2F8-4473-8457-9A6A36B67B89}"/>
          </ac:spMkLst>
        </pc:spChg>
        <pc:spChg chg="add del">
          <ac:chgData name="Guest User" userId="S::urn:spo:tenantanon#d4963ce2-af94-4122-95a9-644e8b01624d::" providerId="AD" clId="Web-{00000000-0000-0000-0000-000000000000}" dt="2026-09-06T16:01:15.929" v="86"/>
          <ac:spMkLst>
            <pc:docMk/>
            <pc:sldMk cId="3922993146" sldId="259"/>
            <ac:spMk id="60" creationId="{75F65CD9-825D-44BD-8681-D42D260D4C63}"/>
          </ac:spMkLst>
        </pc:spChg>
        <pc:spChg chg="add del">
          <ac:chgData name="Guest User" userId="S::urn:spo:tenantanon#d4963ce2-af94-4122-95a9-644e8b01624d::" providerId="AD" clId="Web-{00000000-0000-0000-0000-000000000000}" dt="2026-09-06T16:01:15.929" v="86"/>
          <ac:spMkLst>
            <pc:docMk/>
            <pc:sldMk cId="3922993146" sldId="259"/>
            <ac:spMk id="62" creationId="{B2F64C47-BE0B-4DA4-A62F-C6922DD2082F}"/>
          </ac:spMkLst>
        </pc:spChg>
        <pc:spChg chg="add del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922993146" sldId="259"/>
            <ac:spMk id="69" creationId="{75F65CD9-825D-44BD-8681-D42D260D4C63}"/>
          </ac:spMkLst>
        </pc:spChg>
        <pc:spChg chg="add del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922993146" sldId="259"/>
            <ac:spMk id="71" creationId="{B2F64C47-BE0B-4DA4-A62F-C6922DD2082F}"/>
          </ac:spMkLst>
        </pc:spChg>
        <pc:graphicFrameChg chg="mod ord modGraphic">
          <ac:chgData name="Guest User" userId="S::urn:spo:tenantanon#d4963ce2-af94-4122-95a9-644e8b01624d::" providerId="AD" clId="Web-{00000000-0000-0000-0000-000000000000}" dt="2026-09-06T16:30:11.375" v="238"/>
          <ac:graphicFrameMkLst>
            <pc:docMk/>
            <pc:sldMk cId="3922993146" sldId="259"/>
            <ac:graphicFrameMk id="40" creationId="{DB60B21A-D13C-E8F2-F91C-14CD4B3D61ED}"/>
          </ac:graphicFrameMkLst>
        </pc:graphicFrameChg>
        <pc:picChg chg="mod">
          <ac:chgData name="Guest User" userId="S::urn:spo:tenantanon#d4963ce2-af94-4122-95a9-644e8b01624d::" providerId="AD" clId="Web-{00000000-0000-0000-0000-000000000000}" dt="2026-09-06T15:52:49.767" v="61"/>
          <ac:picMkLst>
            <pc:docMk/>
            <pc:sldMk cId="3922993146" sldId="259"/>
            <ac:picMk id="7" creationId="{3E993074-C039-03D1-871A-CA207C072C33}"/>
          </ac:picMkLst>
        </pc:picChg>
        <pc:picChg chg="add del">
          <ac:chgData name="Guest User" userId="S::urn:spo:tenantanon#d4963ce2-af94-4122-95a9-644e8b01624d::" providerId="AD" clId="Web-{00000000-0000-0000-0000-000000000000}" dt="2026-09-06T15:52:49.767" v="61"/>
          <ac:picMkLst>
            <pc:docMk/>
            <pc:sldMk cId="3922993146" sldId="259"/>
            <ac:picMk id="9" creationId="{DF6A9299-1D12-47E2-9DD4-03342553C4AA}"/>
          </ac:picMkLst>
        </pc:picChg>
        <pc:picChg chg="add del">
          <ac:chgData name="Guest User" userId="S::urn:spo:tenantanon#d4963ce2-af94-4122-95a9-644e8b01624d::" providerId="AD" clId="Web-{00000000-0000-0000-0000-000000000000}" dt="2026-09-06T15:52:49.736" v="60"/>
          <ac:picMkLst>
            <pc:docMk/>
            <pc:sldMk cId="3922993146" sldId="259"/>
            <ac:picMk id="14" creationId="{DF6A9299-1D12-47E2-9DD4-03342553C4AA}"/>
          </ac:picMkLst>
        </pc:picChg>
        <pc:picChg chg="add del">
          <ac:chgData name="Guest User" userId="S::urn:spo:tenantanon#d4963ce2-af94-4122-95a9-644e8b01624d::" providerId="AD" clId="Web-{00000000-0000-0000-0000-000000000000}" dt="2026-09-06T15:52:49.736" v="60"/>
          <ac:picMkLst>
            <pc:docMk/>
            <pc:sldMk cId="3922993146" sldId="259"/>
            <ac:picMk id="16" creationId="{0C8B7D16-051E-4562-B872-ABF369C457CA}"/>
          </ac:picMkLst>
        </pc:picChg>
        <pc:picChg chg="add">
          <ac:chgData name="Guest User" userId="S::urn:spo:tenantanon#d4963ce2-af94-4122-95a9-644e8b01624d::" providerId="AD" clId="Web-{00000000-0000-0000-0000-000000000000}" dt="2026-09-06T15:52:49.767" v="61"/>
          <ac:picMkLst>
            <pc:docMk/>
            <pc:sldMk cId="3922993146" sldId="259"/>
            <ac:picMk id="20" creationId="{DF6A9299-1D12-47E2-9DD4-03342553C4AA}"/>
          </ac:picMkLst>
        </pc:picChg>
        <pc:picChg chg="add">
          <ac:chgData name="Guest User" userId="S::urn:spo:tenantanon#d4963ce2-af94-4122-95a9-644e8b01624d::" providerId="AD" clId="Web-{00000000-0000-0000-0000-000000000000}" dt="2026-09-06T15:52:49.767" v="61"/>
          <ac:picMkLst>
            <pc:docMk/>
            <pc:sldMk cId="3922993146" sldId="259"/>
            <ac:picMk id="22" creationId="{A3D512BA-228A-4979-9312-ACD246E1099D}"/>
          </ac:picMkLst>
        </pc:picChg>
        <pc:picChg chg="del">
          <ac:chgData name="Guest User" userId="S::urn:spo:tenantanon#d4963ce2-af94-4122-95a9-644e8b01624d::" providerId="AD" clId="Web-{00000000-0000-0000-0000-000000000000}" dt="2026-09-06T15:56:51.230" v="75"/>
          <ac:picMkLst>
            <pc:docMk/>
            <pc:sldMk cId="3922993146" sldId="259"/>
            <ac:picMk id="32" creationId="{DF6A9299-1D12-47E2-9DD4-03342553C4AA}"/>
          </ac:picMkLst>
        </pc:picChg>
        <pc:picChg chg="del">
          <ac:chgData name="Guest User" userId="S::urn:spo:tenantanon#d4963ce2-af94-4122-95a9-644e8b01624d::" providerId="AD" clId="Web-{00000000-0000-0000-0000-000000000000}" dt="2026-09-06T15:56:51.230" v="75"/>
          <ac:picMkLst>
            <pc:docMk/>
            <pc:sldMk cId="3922993146" sldId="259"/>
            <ac:picMk id="36" creationId="{D512D38D-8965-434F-9A78-E2376070C67A}"/>
          </ac:picMkLst>
        </pc:picChg>
        <pc:picChg chg="add del">
          <ac:chgData name="Guest User" userId="S::urn:spo:tenantanon#d4963ce2-af94-4122-95a9-644e8b01624d::" providerId="AD" clId="Web-{00000000-0000-0000-0000-000000000000}" dt="2026-09-06T15:58:01.905" v="76"/>
          <ac:picMkLst>
            <pc:docMk/>
            <pc:sldMk cId="3922993146" sldId="259"/>
            <ac:picMk id="45" creationId="{42476583-CC33-45CE-B51B-215B5673CD22}"/>
          </ac:picMkLst>
        </pc:picChg>
        <pc:picChg chg="add del">
          <ac:chgData name="Guest User" userId="S::urn:spo:tenantanon#d4963ce2-af94-4122-95a9-644e8b01624d::" providerId="AD" clId="Web-{00000000-0000-0000-0000-000000000000}" dt="2026-09-06T15:58:01.905" v="76"/>
          <ac:picMkLst>
            <pc:docMk/>
            <pc:sldMk cId="3922993146" sldId="259"/>
            <ac:picMk id="53" creationId="{01C3CE7E-C09F-4DAB-A9B8-00CB40334B33}"/>
          </ac:picMkLst>
        </pc:picChg>
        <pc:picChg chg="add del">
          <ac:chgData name="Guest User" userId="S::urn:spo:tenantanon#d4963ce2-af94-4122-95a9-644e8b01624d::" providerId="AD" clId="Web-{00000000-0000-0000-0000-000000000000}" dt="2026-09-06T16:01:15.929" v="86"/>
          <ac:picMkLst>
            <pc:docMk/>
            <pc:sldMk cId="3922993146" sldId="259"/>
            <ac:picMk id="58" creationId="{42476583-CC33-45CE-B51B-215B5673CD22}"/>
          </ac:picMkLst>
        </pc:picChg>
        <pc:picChg chg="add del">
          <ac:chgData name="Guest User" userId="S::urn:spo:tenantanon#d4963ce2-af94-4122-95a9-644e8b01624d::" providerId="AD" clId="Web-{00000000-0000-0000-0000-000000000000}" dt="2026-09-06T16:01:15.835" v="85"/>
          <ac:picMkLst>
            <pc:docMk/>
            <pc:sldMk cId="3922993146" sldId="259"/>
            <ac:picMk id="67" creationId="{42476583-CC33-45CE-B51B-215B5673CD22}"/>
          </ac:picMkLst>
        </pc:picChg>
        <pc:picChg chg="add del">
          <ac:chgData name="Guest User" userId="S::urn:spo:tenantanon#d4963ce2-af94-4122-95a9-644e8b01624d::" providerId="AD" clId="Web-{00000000-0000-0000-0000-000000000000}" dt="2026-09-06T16:30:11.375" v="238"/>
          <ac:picMkLst>
            <pc:docMk/>
            <pc:sldMk cId="3922993146" sldId="259"/>
            <ac:picMk id="70" creationId="{42476583-CC33-45CE-B51B-215B5673CD22}"/>
          </ac:picMkLst>
        </pc:picChg>
      </pc:sldChg>
      <pc:sldChg chg="addSp delSp modSp mod modTransition setBg modClrScheme delDesignElem chgLayout">
        <pc:chgData name="Guest User" userId="S::urn:spo:tenantanon#d4963ce2-af94-4122-95a9-644e8b01624d::" providerId="AD" clId="Web-{00000000-0000-0000-0000-000000000000}" dt="2026-09-06T16:30:11.375" v="238"/>
        <pc:sldMkLst>
          <pc:docMk/>
          <pc:sldMk cId="3042429290" sldId="260"/>
        </pc:sldMkLst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042429290" sldId="260"/>
            <ac:spMk id="2" creationId="{57D35268-0FF4-8803-D46E-621A418BCE33}"/>
          </ac:spMkLst>
        </pc:spChg>
        <pc:spChg chg="add del 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042429290" sldId="260"/>
            <ac:spMk id="3" creationId="{23C44CBB-7C8C-8741-233C-A3F66ECD8177}"/>
          </ac:spMkLst>
        </pc:spChg>
        <pc:spChg chg="add del 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042429290" sldId="260"/>
            <ac:spMk id="5" creationId="{8FB95482-D8A1-AA1A-4D78-B6D5470F5F6B}"/>
          </ac:spMkLst>
        </pc:spChg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042429290" sldId="260"/>
            <ac:spMk id="7" creationId="{9646F136-1C10-7598-7568-6574FDF1D3D8}"/>
          </ac:spMkLst>
        </pc:spChg>
        <pc:graphicFrameChg chg="add del">
          <ac:chgData name="Guest User" userId="S::urn:spo:tenantanon#d4963ce2-af94-4122-95a9-644e8b01624d::" providerId="AD" clId="Web-{00000000-0000-0000-0000-000000000000}" dt="2026-09-06T16:05:55.596" v="102"/>
          <ac:graphicFrameMkLst>
            <pc:docMk/>
            <pc:sldMk cId="3042429290" sldId="260"/>
            <ac:graphicFrameMk id="10" creationId="{43089749-B1C4-44DD-010A-63B246615C2D}"/>
          </ac:graphicFrameMkLst>
        </pc:graphicFrameChg>
        <pc:picChg chg="mod ord">
          <ac:chgData name="Guest User" userId="S::urn:spo:tenantanon#d4963ce2-af94-4122-95a9-644e8b01624d::" providerId="AD" clId="Web-{00000000-0000-0000-0000-000000000000}" dt="2026-09-06T16:30:11.375" v="238"/>
          <ac:picMkLst>
            <pc:docMk/>
            <pc:sldMk cId="3042429290" sldId="260"/>
            <ac:picMk id="8" creationId="{3DD6DB56-423A-72D4-DB84-329F54C73551}"/>
          </ac:picMkLst>
        </pc:picChg>
        <pc:picChg chg="add del">
          <ac:chgData name="Guest User" userId="S::urn:spo:tenantanon#d4963ce2-af94-4122-95a9-644e8b01624d::" providerId="AD" clId="Web-{00000000-0000-0000-0000-000000000000}" dt="2026-09-06T16:06:34.035" v="104"/>
          <ac:picMkLst>
            <pc:docMk/>
            <pc:sldMk cId="3042429290" sldId="260"/>
            <ac:picMk id="11" creationId="{A53ED3FC-3BE8-4F1F-BEF1-74B1C721718A}"/>
          </ac:picMkLst>
        </pc:picChg>
        <pc:picChg chg="add del">
          <ac:chgData name="Guest User" userId="S::urn:spo:tenantanon#d4963ce2-af94-4122-95a9-644e8b01624d::" providerId="AD" clId="Web-{00000000-0000-0000-0000-000000000000}" dt="2026-09-06T16:04:40.578" v="94"/>
          <ac:picMkLst>
            <pc:docMk/>
            <pc:sldMk cId="3042429290" sldId="260"/>
            <ac:picMk id="13" creationId="{DF6A9299-1D12-47E2-9DD4-03342553C4AA}"/>
          </ac:picMkLst>
        </pc:picChg>
        <pc:picChg chg="add del">
          <ac:chgData name="Guest User" userId="S::urn:spo:tenantanon#d4963ce2-af94-4122-95a9-644e8b01624d::" providerId="AD" clId="Web-{00000000-0000-0000-0000-000000000000}" dt="2026-09-06T16:07:52.289" v="106"/>
          <ac:picMkLst>
            <pc:docMk/>
            <pc:sldMk cId="3042429290" sldId="260"/>
            <ac:picMk id="14" creationId="{DF6A9299-1D12-47E2-9DD4-03342553C4AA}"/>
          </ac:picMkLst>
        </pc:picChg>
        <pc:picChg chg="add del">
          <ac:chgData name="Guest User" userId="S::urn:spo:tenantanon#d4963ce2-af94-4122-95a9-644e8b01624d::" providerId="AD" clId="Web-{00000000-0000-0000-0000-000000000000}" dt="2026-09-06T16:04:46.062" v="96"/>
          <ac:picMkLst>
            <pc:docMk/>
            <pc:sldMk cId="3042429290" sldId="260"/>
            <ac:picMk id="15" creationId="{A53ED3FC-3BE8-4F1F-BEF1-74B1C721718A}"/>
          </ac:picMkLst>
        </pc:picChg>
        <pc:picChg chg="add del">
          <ac:chgData name="Guest User" userId="S::urn:spo:tenantanon#d4963ce2-af94-4122-95a9-644e8b01624d::" providerId="AD" clId="Web-{00000000-0000-0000-0000-000000000000}" dt="2026-09-06T16:30:11.375" v="238"/>
          <ac:picMkLst>
            <pc:docMk/>
            <pc:sldMk cId="3042429290" sldId="260"/>
            <ac:picMk id="19" creationId="{A53ED3FC-3BE8-4F1F-BEF1-74B1C721718A}"/>
          </ac:picMkLst>
        </pc:picChg>
      </pc:sldChg>
      <pc:sldChg chg="addSp delSp modSp mod modTransition setBg modClrScheme setClrOvrMap chgLayout">
        <pc:chgData name="Guest User" userId="S::urn:spo:tenantanon#d4963ce2-af94-4122-95a9-644e8b01624d::" providerId="AD" clId="Web-{00000000-0000-0000-0000-000000000000}" dt="2026-09-06T16:30:11.375" v="238"/>
        <pc:sldMkLst>
          <pc:docMk/>
          <pc:sldMk cId="2866239338" sldId="261"/>
        </pc:sldMkLst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2866239338" sldId="261"/>
            <ac:spMk id="2" creationId="{F3D9FEB4-2266-BE96-1C7C-797196BB1180}"/>
          </ac:spMkLst>
        </pc:spChg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2866239338" sldId="261"/>
            <ac:spMk id="3" creationId="{941FE59E-C143-FE69-3251-F3E6673CEE4C}"/>
          </ac:spMkLst>
        </pc:spChg>
        <pc:spChg chg="add del">
          <ac:chgData name="Guest User" userId="S::urn:spo:tenantanon#d4963ce2-af94-4122-95a9-644e8b01624d::" providerId="AD" clId="Web-{00000000-0000-0000-0000-000000000000}" dt="2026-09-06T16:08:36.697" v="113"/>
          <ac:spMkLst>
            <pc:docMk/>
            <pc:sldMk cId="2866239338" sldId="261"/>
            <ac:spMk id="8" creationId="{50E53EDA-3B94-4F6B-9E86-D3BB9EBB9616}"/>
          </ac:spMkLst>
        </pc:spChg>
        <pc:spChg chg="add del">
          <ac:chgData name="Guest User" userId="S::urn:spo:tenantanon#d4963ce2-af94-4122-95a9-644e8b01624d::" providerId="AD" clId="Web-{00000000-0000-0000-0000-000000000000}" dt="2026-09-06T16:08:54.041" v="115"/>
          <ac:spMkLst>
            <pc:docMk/>
            <pc:sldMk cId="2866239338" sldId="261"/>
            <ac:spMk id="12" creationId="{54309F57-B331-41A7-9154-15EC2AF45A60}"/>
          </ac:spMkLst>
        </pc:spChg>
        <pc:spChg chg="add del">
          <ac:chgData name="Guest User" userId="S::urn:spo:tenantanon#d4963ce2-af94-4122-95a9-644e8b01624d::" providerId="AD" clId="Web-{00000000-0000-0000-0000-000000000000}" dt="2026-09-06T16:09:28.464" v="123"/>
          <ac:spMkLst>
            <pc:docMk/>
            <pc:sldMk cId="2866239338" sldId="261"/>
            <ac:spMk id="20" creationId="{C1709A45-C6F3-4CEE-AA0F-887FAC5CAE7D}"/>
          </ac:spMkLst>
        </pc:spChg>
        <pc:spChg chg="add del">
          <ac:chgData name="Guest User" userId="S::urn:spo:tenantanon#d4963ce2-af94-4122-95a9-644e8b01624d::" providerId="AD" clId="Web-{00000000-0000-0000-0000-000000000000}" dt="2026-09-06T16:11:11.781" v="137"/>
          <ac:spMkLst>
            <pc:docMk/>
            <pc:sldMk cId="2866239338" sldId="261"/>
            <ac:spMk id="23" creationId="{54309F57-B331-41A7-9154-15EC2AF45A60}"/>
          </ac:spMkLst>
        </pc:spChg>
        <pc:picChg chg="add del">
          <ac:chgData name="Guest User" userId="S::urn:spo:tenantanon#d4963ce2-af94-4122-95a9-644e8b01624d::" providerId="AD" clId="Web-{00000000-0000-0000-0000-000000000000}" dt="2026-09-06T16:08:27.056" v="109"/>
          <ac:picMkLst>
            <pc:docMk/>
            <pc:sldMk cId="2866239338" sldId="261"/>
            <ac:picMk id="5" creationId="{9ECA291A-FC38-7BA8-BADF-9F0CBCC1AA33}"/>
          </ac:picMkLst>
        </pc:picChg>
        <pc:picChg chg="add del">
          <ac:chgData name="Guest User" userId="S::urn:spo:tenantanon#d4963ce2-af94-4122-95a9-644e8b01624d::" providerId="AD" clId="Web-{00000000-0000-0000-0000-000000000000}" dt="2026-09-06T16:08:33.634" v="111"/>
          <ac:picMkLst>
            <pc:docMk/>
            <pc:sldMk cId="2866239338" sldId="261"/>
            <ac:picMk id="7" creationId="{AE37E8D6-F681-BCE9-F292-367BF26B91AC}"/>
          </ac:picMkLst>
        </pc:picChg>
        <pc:picChg chg="add del">
          <ac:chgData name="Guest User" userId="S::urn:spo:tenantanon#d4963ce2-af94-4122-95a9-644e8b01624d::" providerId="AD" clId="Web-{00000000-0000-0000-0000-000000000000}" dt="2026-09-06T16:09:00.010" v="117"/>
          <ac:picMkLst>
            <pc:docMk/>
            <pc:sldMk cId="2866239338" sldId="261"/>
            <ac:picMk id="14" creationId="{544D693F-EC08-BD02-8F74-5C0222B268EE}"/>
          </ac:picMkLst>
        </pc:picChg>
        <pc:picChg chg="add del">
          <ac:chgData name="Guest User" userId="S::urn:spo:tenantanon#d4963ce2-af94-4122-95a9-644e8b01624d::" providerId="AD" clId="Web-{00000000-0000-0000-0000-000000000000}" dt="2026-09-06T16:09:04.917" v="119"/>
          <ac:picMkLst>
            <pc:docMk/>
            <pc:sldMk cId="2866239338" sldId="261"/>
            <ac:picMk id="16" creationId="{91BB6236-9D6A-A188-FDE0-2CBB1732DE6F}"/>
          </ac:picMkLst>
        </pc:picChg>
        <pc:picChg chg="add del">
          <ac:chgData name="Guest User" userId="S::urn:spo:tenantanon#d4963ce2-af94-4122-95a9-644e8b01624d::" providerId="AD" clId="Web-{00000000-0000-0000-0000-000000000000}" dt="2026-09-06T16:09:16.823" v="121"/>
          <ac:picMkLst>
            <pc:docMk/>
            <pc:sldMk cId="2866239338" sldId="261"/>
            <ac:picMk id="18" creationId="{AE37E8D6-F681-BCE9-F292-367BF26B91AC}"/>
          </ac:picMkLst>
        </pc:picChg>
        <pc:picChg chg="add del">
          <ac:chgData name="Guest User" userId="S::urn:spo:tenantanon#d4963ce2-af94-4122-95a9-644e8b01624d::" providerId="AD" clId="Web-{00000000-0000-0000-0000-000000000000}" dt="2026-09-06T16:11:06.640" v="134"/>
          <ac:picMkLst>
            <pc:docMk/>
            <pc:sldMk cId="2866239338" sldId="261"/>
            <ac:picMk id="25" creationId="{EF90ACA0-73D3-6F55-258D-730D6866CCB9}"/>
          </ac:picMkLst>
        </pc:picChg>
        <pc:picChg chg="add del">
          <ac:chgData name="Guest User" userId="S::urn:spo:tenantanon#d4963ce2-af94-4122-95a9-644e8b01624d::" providerId="AD" clId="Web-{00000000-0000-0000-0000-000000000000}" dt="2026-09-06T16:10:53.577" v="130"/>
          <ac:picMkLst>
            <pc:docMk/>
            <pc:sldMk cId="2866239338" sldId="261"/>
            <ac:picMk id="27" creationId="{465380A5-7DB7-19F3-4B32-378AFE6442DC}"/>
          </ac:picMkLst>
        </pc:picChg>
        <pc:picChg chg="add del">
          <ac:chgData name="Guest User" userId="S::urn:spo:tenantanon#d4963ce2-af94-4122-95a9-644e8b01624d::" providerId="AD" clId="Web-{00000000-0000-0000-0000-000000000000}" dt="2026-09-06T16:11:11.766" v="136"/>
          <ac:picMkLst>
            <pc:docMk/>
            <pc:sldMk cId="2866239338" sldId="261"/>
            <ac:picMk id="28" creationId="{AA250F20-F18B-1B05-8644-ED7BF3C89F6E}"/>
          </ac:picMkLst>
        </pc:picChg>
        <pc:picChg chg="add del">
          <ac:chgData name="Guest User" userId="S::urn:spo:tenantanon#d4963ce2-af94-4122-95a9-644e8b01624d::" providerId="AD" clId="Web-{00000000-0000-0000-0000-000000000000}" dt="2026-09-06T16:10:56.484" v="132"/>
          <ac:picMkLst>
            <pc:docMk/>
            <pc:sldMk cId="2866239338" sldId="261"/>
            <ac:picMk id="29" creationId="{70FA3E9C-9BC1-9728-E2B3-B9932BB0A8C8}"/>
          </ac:picMkLst>
        </pc:picChg>
        <pc:picChg chg="add">
          <ac:chgData name="Guest User" userId="S::urn:spo:tenantanon#d4963ce2-af94-4122-95a9-644e8b01624d::" providerId="AD" clId="Web-{00000000-0000-0000-0000-000000000000}" dt="2026-09-06T16:11:11.781" v="137"/>
          <ac:picMkLst>
            <pc:docMk/>
            <pc:sldMk cId="2866239338" sldId="261"/>
            <ac:picMk id="30" creationId="{EF90ACA0-73D3-6F55-258D-730D6866CCB9}"/>
          </ac:picMkLst>
        </pc:picChg>
        <pc:cxnChg chg="add del">
          <ac:chgData name="Guest User" userId="S::urn:spo:tenantanon#d4963ce2-af94-4122-95a9-644e8b01624d::" providerId="AD" clId="Web-{00000000-0000-0000-0000-000000000000}" dt="2026-09-06T16:08:36.697" v="113"/>
          <ac:cxnSpMkLst>
            <pc:docMk/>
            <pc:sldMk cId="2866239338" sldId="261"/>
            <ac:cxnSpMk id="10" creationId="{30EFD79F-7790-479B-B7DB-BD0D8C101DDD}"/>
          </ac:cxnSpMkLst>
        </pc:cxnChg>
        <pc:cxnChg chg="add del">
          <ac:chgData name="Guest User" userId="S::urn:spo:tenantanon#d4963ce2-af94-4122-95a9-644e8b01624d::" providerId="AD" clId="Web-{00000000-0000-0000-0000-000000000000}" dt="2026-09-06T16:09:28.464" v="123"/>
          <ac:cxnSpMkLst>
            <pc:docMk/>
            <pc:sldMk cId="2866239338" sldId="261"/>
            <ac:cxnSpMk id="21" creationId="{26E963D7-0A73-484A-B8A2-DDBFEA123C2F}"/>
          </ac:cxnSpMkLst>
        </pc:cxnChg>
      </pc:sldChg>
      <pc:sldChg chg="addSp delSp modSp mod modTransition setBg modClrScheme delDesignElem chgLayout">
        <pc:chgData name="Guest User" userId="S::urn:spo:tenantanon#d4963ce2-af94-4122-95a9-644e8b01624d::" providerId="AD" clId="Web-{00000000-0000-0000-0000-000000000000}" dt="2026-09-06T16:30:11.375" v="238"/>
        <pc:sldMkLst>
          <pc:docMk/>
          <pc:sldMk cId="1827694708" sldId="262"/>
        </pc:sldMkLst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1827694708" sldId="262"/>
            <ac:spMk id="2" creationId="{EC48ACD6-A43C-DCAC-B319-F7303E3BEAB1}"/>
          </ac:spMkLst>
        </pc:spChg>
        <pc:spChg chg="add del 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1827694708" sldId="262"/>
            <ac:spMk id="3" creationId="{217E6C63-4446-9DC5-DA2A-D14C02DCFE91}"/>
          </ac:spMkLst>
        </pc:spChg>
        <pc:spChg chg="add del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1827694708" sldId="262"/>
            <ac:spMk id="8" creationId="{50E53EDA-3B94-4F6B-9E86-D3BB9EBB9616}"/>
          </ac:spMkLst>
        </pc:spChg>
        <pc:graphicFrameChg chg="add del mod modGraphic">
          <ac:chgData name="Guest User" userId="S::urn:spo:tenantanon#d4963ce2-af94-4122-95a9-644e8b01624d::" providerId="AD" clId="Web-{00000000-0000-0000-0000-000000000000}" dt="2026-09-06T16:14:46.915" v="163"/>
          <ac:graphicFrameMkLst>
            <pc:docMk/>
            <pc:sldMk cId="1827694708" sldId="262"/>
            <ac:graphicFrameMk id="12" creationId="{D1659C89-2177-7D5D-6F63-8FB60C41A0C1}"/>
          </ac:graphicFrameMkLst>
        </pc:graphicFrameChg>
        <pc:cxnChg chg="add del">
          <ac:chgData name="Guest User" userId="S::urn:spo:tenantanon#d4963ce2-af94-4122-95a9-644e8b01624d::" providerId="AD" clId="Web-{00000000-0000-0000-0000-000000000000}" dt="2026-09-06T16:30:11.375" v="238"/>
          <ac:cxnSpMkLst>
            <pc:docMk/>
            <pc:sldMk cId="1827694708" sldId="262"/>
            <ac:cxnSpMk id="10" creationId="{30EFD79F-7790-479B-B7DB-BD0D8C101DDD}"/>
          </ac:cxnSpMkLst>
        </pc:cxnChg>
      </pc:sldChg>
      <pc:sldChg chg="addSp delSp modSp mod modTransition setBg modClrScheme delDesignElem chgLayout">
        <pc:chgData name="Guest User" userId="S::urn:spo:tenantanon#d4963ce2-af94-4122-95a9-644e8b01624d::" providerId="AD" clId="Web-{00000000-0000-0000-0000-000000000000}" dt="2026-09-06T16:30:11.375" v="238"/>
        <pc:sldMkLst>
          <pc:docMk/>
          <pc:sldMk cId="4258185899" sldId="263"/>
        </pc:sldMkLst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4258185899" sldId="263"/>
            <ac:spMk id="2" creationId="{4C649E4E-633B-81FE-CFA9-EA8F5EBFCE5B}"/>
          </ac:spMkLst>
        </pc:spChg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4258185899" sldId="263"/>
            <ac:spMk id="3" creationId="{2E9CFCBC-6590-1DAC-0E26-27BEF75F83EF}"/>
          </ac:spMkLst>
        </pc:spChg>
        <pc:spChg chg="add del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4258185899" sldId="263"/>
            <ac:spMk id="8" creationId="{50E53EDA-3B94-4F6B-9E86-D3BB9EBB9616}"/>
          </ac:spMkLst>
        </pc:spChg>
        <pc:cxnChg chg="add del">
          <ac:chgData name="Guest User" userId="S::urn:spo:tenantanon#d4963ce2-af94-4122-95a9-644e8b01624d::" providerId="AD" clId="Web-{00000000-0000-0000-0000-000000000000}" dt="2026-09-06T16:30:11.375" v="238"/>
          <ac:cxnSpMkLst>
            <pc:docMk/>
            <pc:sldMk cId="4258185899" sldId="263"/>
            <ac:cxnSpMk id="10" creationId="{30EFD79F-7790-479B-B7DB-BD0D8C101DDD}"/>
          </ac:cxnSpMkLst>
        </pc:cxnChg>
      </pc:sldChg>
      <pc:sldChg chg="addSp modSp mod modTransition setBg modClrScheme chgLayout">
        <pc:chgData name="Guest User" userId="S::urn:spo:tenantanon#d4963ce2-af94-4122-95a9-644e8b01624d::" providerId="AD" clId="Web-{00000000-0000-0000-0000-000000000000}" dt="2026-09-06T16:30:11.375" v="238"/>
        <pc:sldMkLst>
          <pc:docMk/>
          <pc:sldMk cId="1756572927" sldId="264"/>
        </pc:sldMkLst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1756572927" sldId="264"/>
            <ac:spMk id="2" creationId="{ACCEC2B3-1F0C-B6A2-CD80-D5DD5ED2BE19}"/>
          </ac:spMkLst>
        </pc:spChg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1756572927" sldId="264"/>
            <ac:spMk id="3" creationId="{DF6EDA01-C50B-8A8C-5657-2953A34DCB69}"/>
          </ac:spMkLst>
        </pc:spChg>
        <pc:picChg chg="add">
          <ac:chgData name="Guest User" userId="S::urn:spo:tenantanon#d4963ce2-af94-4122-95a9-644e8b01624d::" providerId="AD" clId="Web-{00000000-0000-0000-0000-000000000000}" dt="2026-09-06T16:16:27.076" v="167"/>
          <ac:picMkLst>
            <pc:docMk/>
            <pc:sldMk cId="1756572927" sldId="264"/>
            <ac:picMk id="5" creationId="{AA5AE508-4325-BE9C-E26A-1904084E7212}"/>
          </ac:picMkLst>
        </pc:picChg>
      </pc:sldChg>
      <pc:sldChg chg="addSp modSp mod modTransition setBg modClrScheme chgLayout">
        <pc:chgData name="Guest User" userId="S::urn:spo:tenantanon#d4963ce2-af94-4122-95a9-644e8b01624d::" providerId="AD" clId="Web-{00000000-0000-0000-0000-000000000000}" dt="2026-09-06T16:30:11.375" v="238"/>
        <pc:sldMkLst>
          <pc:docMk/>
          <pc:sldMk cId="1610690383" sldId="265"/>
        </pc:sldMkLst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1610690383" sldId="265"/>
            <ac:spMk id="2" creationId="{E1EDDE87-8F3E-9A0F-CAD9-AD49E00008B8}"/>
          </ac:spMkLst>
        </pc:spChg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1610690383" sldId="265"/>
            <ac:spMk id="3" creationId="{687957A8-6AEB-5AE7-CB6F-ED776536A3D7}"/>
          </ac:spMkLst>
        </pc:spChg>
        <pc:picChg chg="add">
          <ac:chgData name="Guest User" userId="S::urn:spo:tenantanon#d4963ce2-af94-4122-95a9-644e8b01624d::" providerId="AD" clId="Web-{00000000-0000-0000-0000-000000000000}" dt="2026-09-06T16:20:48.993" v="194"/>
          <ac:picMkLst>
            <pc:docMk/>
            <pc:sldMk cId="1610690383" sldId="265"/>
            <ac:picMk id="5" creationId="{BB7FA2C5-8042-DCEC-0371-E7BB7E5B5F0A}"/>
          </ac:picMkLst>
        </pc:picChg>
      </pc:sldChg>
      <pc:sldChg chg="modSp mod modTransition modClrScheme chgLayout">
        <pc:chgData name="Guest User" userId="S::urn:spo:tenantanon#d4963ce2-af94-4122-95a9-644e8b01624d::" providerId="AD" clId="Web-{00000000-0000-0000-0000-000000000000}" dt="2026-09-06T16:30:11.375" v="238"/>
        <pc:sldMkLst>
          <pc:docMk/>
          <pc:sldMk cId="3195638553" sldId="266"/>
        </pc:sldMkLst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195638553" sldId="266"/>
            <ac:spMk id="2" creationId="{F5981CD8-6B96-9824-5C15-221108061F9D}"/>
          </ac:spMkLst>
        </pc:spChg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195638553" sldId="266"/>
            <ac:spMk id="3" creationId="{5C96021B-20E6-F712-D756-927A39791189}"/>
          </ac:spMkLst>
        </pc:spChg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195638553" sldId="266"/>
            <ac:spMk id="4" creationId="{957B1E9C-2212-ED47-DEBD-5BB23273A0C4}"/>
          </ac:spMkLst>
        </pc:spChg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195638553" sldId="266"/>
            <ac:spMk id="5" creationId="{CCEDB1C8-74D2-6C19-CA4C-A1D020AB2D20}"/>
          </ac:spMkLst>
        </pc:spChg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195638553" sldId="266"/>
            <ac:spMk id="6" creationId="{25BA9226-4747-1F0E-E39B-CC89D625026E}"/>
          </ac:spMkLst>
        </pc:spChg>
      </pc:sldChg>
      <pc:sldChg chg="modSp del mod modClrScheme chgLayout">
        <pc:chgData name="Guest User" userId="S::urn:spo:tenantanon#d4963ce2-af94-4122-95a9-644e8b01624d::" providerId="AD" clId="Web-{00000000-0000-0000-0000-000000000000}" dt="2026-09-06T16:35:33.107" v="358"/>
        <pc:sldMkLst>
          <pc:docMk/>
          <pc:sldMk cId="466678903" sldId="267"/>
        </pc:sldMkLst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466678903" sldId="267"/>
            <ac:spMk id="2" creationId="{685B4D89-2D2F-A264-A621-7A018EF8A957}"/>
          </ac:spMkLst>
        </pc:spChg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466678903" sldId="267"/>
            <ac:spMk id="3" creationId="{C90EF4AD-402A-DEC2-AED5-39C8D859C3CF}"/>
          </ac:spMkLst>
        </pc:spChg>
      </pc:sldChg>
      <pc:sldChg chg="add del replId">
        <pc:chgData name="Guest User" userId="S::urn:spo:tenantanon#d4963ce2-af94-4122-95a9-644e8b01624d::" providerId="AD" clId="Web-{00000000-0000-0000-0000-000000000000}" dt="2026-09-06T16:25:28.098" v="200"/>
        <pc:sldMkLst>
          <pc:docMk/>
          <pc:sldMk cId="496784021" sldId="268"/>
        </pc:sldMkLst>
      </pc:sldChg>
      <pc:sldChg chg="addSp modSp new mod setBg modClrScheme chgLayout">
        <pc:chgData name="Guest User" userId="S::urn:spo:tenantanon#d4963ce2-af94-4122-95a9-644e8b01624d::" providerId="AD" clId="Web-{00000000-0000-0000-0000-000000000000}" dt="2026-09-06T16:34:00.775" v="357"/>
        <pc:sldMkLst>
          <pc:docMk/>
          <pc:sldMk cId="3820309788" sldId="268"/>
        </pc:sldMkLst>
        <pc:spChg chg="mod ord">
          <ac:chgData name="Guest User" userId="S::urn:spo:tenantanon#d4963ce2-af94-4122-95a9-644e8b01624d::" providerId="AD" clId="Web-{00000000-0000-0000-0000-000000000000}" dt="2026-09-06T16:32:41.647" v="349" actId="1076"/>
          <ac:spMkLst>
            <pc:docMk/>
            <pc:sldMk cId="3820309788" sldId="268"/>
            <ac:spMk id="2" creationId="{8CC2851A-BBFC-2A75-9C6A-A3EF6C168C9B}"/>
          </ac:spMkLst>
        </pc:spChg>
        <pc:spChg chg="add mod">
          <ac:chgData name="Guest User" userId="S::urn:spo:tenantanon#d4963ce2-af94-4122-95a9-644e8b01624d::" providerId="AD" clId="Web-{00000000-0000-0000-0000-000000000000}" dt="2026-09-06T16:33:43.290" v="356" actId="1076"/>
          <ac:spMkLst>
            <pc:docMk/>
            <pc:sldMk cId="3820309788" sldId="268"/>
            <ac:spMk id="3" creationId="{15F4DA11-1D42-052E-B3BB-4CEF899EBDB2}"/>
          </ac:spMkLst>
        </pc:spChg>
        <pc:spChg chg="mod ord">
          <ac:chgData name="Guest User" userId="S::urn:spo:tenantanon#d4963ce2-af94-4122-95a9-644e8b01624d::" providerId="AD" clId="Web-{00000000-0000-0000-0000-000000000000}" dt="2026-09-06T16:30:11.375" v="238"/>
          <ac:spMkLst>
            <pc:docMk/>
            <pc:sldMk cId="3820309788" sldId="268"/>
            <ac:spMk id="3" creationId="{5B450DB3-21D0-A664-82C2-5182707B2D07}"/>
          </ac:spMkLst>
        </pc:spChg>
        <pc:spChg chg="add mod">
          <ac:chgData name="Guest User" userId="S::urn:spo:tenantanon#d4963ce2-af94-4122-95a9-644e8b01624d::" providerId="AD" clId="Web-{00000000-0000-0000-0000-000000000000}" dt="2026-09-06T16:29:11.529" v="233" actId="20577"/>
          <ac:spMkLst>
            <pc:docMk/>
            <pc:sldMk cId="3820309788" sldId="268"/>
            <ac:spMk id="5" creationId="{4742BE98-38A6-C090-816C-399CA6032C71}"/>
          </ac:spMkLst>
        </pc:spChg>
        <pc:graphicFrameChg chg="mod modGraphic">
          <ac:chgData name="Guest User" userId="S::urn:spo:tenantanon#d4963ce2-af94-4122-95a9-644e8b01624d::" providerId="AD" clId="Web-{00000000-0000-0000-0000-000000000000}" dt="2026-09-06T16:34:00.775" v="357"/>
          <ac:graphicFrameMkLst>
            <pc:docMk/>
            <pc:sldMk cId="3820309788" sldId="268"/>
            <ac:graphicFrameMk id="4" creationId="{B3E9D075-9B84-0A0B-5346-2697CA5EBE5F}"/>
          </ac:graphicFrameMkLst>
        </pc:graphicFrameChg>
        <pc:picChg chg="add">
          <ac:chgData name="Guest User" userId="S::urn:spo:tenantanon#d4963ce2-af94-4122-95a9-644e8b01624d::" providerId="AD" clId="Web-{00000000-0000-0000-0000-000000000000}" dt="2026-09-06T16:32:16.365" v="347"/>
          <ac:picMkLst>
            <pc:docMk/>
            <pc:sldMk cId="3820309788" sldId="268"/>
            <ac:picMk id="9" creationId="{6AF6706C-CF07-43A1-BCC4-CBA5D33820DA}"/>
          </ac:picMkLst>
        </pc:picChg>
      </pc:sldChg>
      <pc:sldChg chg="addSp delSp modSp mod setBg modClrScheme setClrOvrMap chgLayout">
        <pc:chgData name="Guest User" userId="S::urn:spo:tenantanon#d4963ce2-af94-4122-95a9-644e8b01624d::" providerId="AD" clId="Web-{00000000-0000-0000-0000-000000000000}" dt="2026-09-06T16:36:52.845" v="368" actId="20577"/>
        <pc:sldMkLst>
          <pc:docMk/>
          <pc:sldMk cId="2462539571" sldId="269"/>
        </pc:sldMkLst>
        <pc:spChg chg="mod ord">
          <ac:chgData name="Guest User" userId="S::urn:spo:tenantanon#d4963ce2-af94-4122-95a9-644e8b01624d::" providerId="AD" clId="Web-{00000000-0000-0000-0000-000000000000}" dt="2026-09-06T16:36:34.813" v="365" actId="1076"/>
          <ac:spMkLst>
            <pc:docMk/>
            <pc:sldMk cId="2462539571" sldId="269"/>
            <ac:spMk id="2" creationId="{1A454D24-B909-8596-21CB-4582BC8783D5}"/>
          </ac:spMkLst>
        </pc:spChg>
        <pc:spChg chg="mod ord">
          <ac:chgData name="Guest User" userId="S::urn:spo:tenantanon#d4963ce2-af94-4122-95a9-644e8b01624d::" providerId="AD" clId="Web-{00000000-0000-0000-0000-000000000000}" dt="2026-09-06T16:36:52.845" v="368" actId="20577"/>
          <ac:spMkLst>
            <pc:docMk/>
            <pc:sldMk cId="2462539571" sldId="269"/>
            <ac:spMk id="3" creationId="{ABA993FD-94EA-3802-A454-69DEC270BDC4}"/>
          </ac:spMkLst>
        </pc:spChg>
        <pc:spChg chg="add">
          <ac:chgData name="Guest User" userId="S::urn:spo:tenantanon#d4963ce2-af94-4122-95a9-644e8b01624d::" providerId="AD" clId="Web-{00000000-0000-0000-0000-000000000000}" dt="2026-09-06T16:35:46.280" v="361"/>
          <ac:spMkLst>
            <pc:docMk/>
            <pc:sldMk cId="2462539571" sldId="269"/>
            <ac:spMk id="8" creationId="{54309F57-B331-41A7-9154-15EC2AF45A60}"/>
          </ac:spMkLst>
        </pc:spChg>
        <pc:picChg chg="add del">
          <ac:chgData name="Guest User" userId="S::urn:spo:tenantanon#d4963ce2-af94-4122-95a9-644e8b01624d::" providerId="AD" clId="Web-{00000000-0000-0000-0000-000000000000}" dt="2026-09-06T16:35:46.264" v="360"/>
          <ac:picMkLst>
            <pc:docMk/>
            <pc:sldMk cId="2462539571" sldId="269"/>
            <ac:picMk id="5" creationId="{13A52C73-029F-0C72-DA4B-7609B4275499}"/>
          </ac:picMkLst>
        </pc:picChg>
      </pc:sldChg>
      <pc:sldMasterChg chg="del delSldLayout">
        <pc:chgData name="Guest User" userId="S::urn:spo:tenantanon#d4963ce2-af94-4122-95a9-644e8b01624d::" providerId="AD" clId="Web-{00000000-0000-0000-0000-000000000000}" dt="2026-09-06T15:38:25.262" v="3"/>
        <pc:sldMasterMkLst>
          <pc:docMk/>
          <pc:sldMasterMk cId="3278422726" sldId="2147484219"/>
        </pc:sldMasterMkLst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3056001103" sldId="2147484220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1195997451" sldId="2147484221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1467222272" sldId="2147484222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4121581665" sldId="2147484223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3101153260" sldId="2147484224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1147774676" sldId="2147484225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2104238868" sldId="2147484226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3085958205" sldId="2147484227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3946851177" sldId="2147484228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3305403241" sldId="2147484229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1225414255" sldId="2147484230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2325374594" sldId="2147484231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2274135068" sldId="2147484232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3129353383" sldId="2147484233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1076081665" sldId="2147484234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3997470904" sldId="2147484235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4221931966" sldId="2147484236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293642086" sldId="2147484237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2843112623" sldId="2147484238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1343174836" sldId="2147484239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348978006" sldId="2147484240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344187509" sldId="2147484241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2724526978" sldId="2147484242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1753137296" sldId="2147484243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3577535915" sldId="2147484244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967543261" sldId="2147484245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38:25.262" v="3"/>
          <pc:sldLayoutMkLst>
            <pc:docMk/>
            <pc:sldMasterMk cId="3278422726" sldId="2147484219"/>
            <pc:sldLayoutMk cId="838696869" sldId="2147484246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38:41.419" v="4"/>
        <pc:sldMasterMkLst>
          <pc:docMk/>
          <pc:sldMasterMk cId="850001185" sldId="2147484247"/>
        </pc:sldMasterMkLst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1863636969" sldId="214748424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2994834246" sldId="214748424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1366229372" sldId="214748425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431796702" sldId="214748425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2154088480" sldId="214748425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2734682293" sldId="214748425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3816627539" sldId="214748425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3804791826" sldId="214748425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3036071661" sldId="214748425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2972084938" sldId="214748425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497319954" sldId="214748425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2901420967" sldId="214748425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2066280400" sldId="214748426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3608174725" sldId="214748426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1268302363" sldId="214748426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2080061473" sldId="214748426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200417074" sldId="214748426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3939772627" sldId="214748426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2966777849" sldId="214748426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2599898933" sldId="214748426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571149262" sldId="214748426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1253971727" sldId="214748426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3967485790" sldId="214748427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853922263" sldId="214748427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1578594880" sldId="214748427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2847151503" sldId="214748427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1140832429" sldId="214748427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2432438573" sldId="214748427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8:41.419" v="4"/>
          <pc:sldLayoutMkLst>
            <pc:docMk/>
            <pc:sldMasterMk cId="850001185" sldId="2147484247"/>
            <pc:sldLayoutMk cId="942315828" sldId="2147484276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39:11.045" v="5"/>
        <pc:sldMasterMkLst>
          <pc:docMk/>
          <pc:sldMasterMk cId="3022657617" sldId="2147484277"/>
        </pc:sldMasterMkLst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3898436611" sldId="214748427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2054678968" sldId="214748427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363381018" sldId="214748428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4076031888" sldId="214748428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1434974465" sldId="214748428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981788363" sldId="214748428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2981171717" sldId="214748428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2933257722" sldId="214748428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3420244152" sldId="214748428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3340507884" sldId="214748428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858542323" sldId="214748428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205780049" sldId="214748428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4167447133" sldId="214748429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3672108574" sldId="214748429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3778606670" sldId="214748429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2636781467" sldId="214748429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2786934503" sldId="214748429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1400078836" sldId="214748429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39324178" sldId="214748429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3636962626" sldId="214748429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2699620849" sldId="214748429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794605229" sldId="214748429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3690283453" sldId="214748430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2967226091" sldId="214748430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2804827792" sldId="214748430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715120695" sldId="214748430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2105436252" sldId="214748430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238734981" sldId="214748430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11.045" v="5"/>
          <pc:sldLayoutMkLst>
            <pc:docMk/>
            <pc:sldMasterMk cId="3022657617" sldId="2147484277"/>
            <pc:sldLayoutMk cId="3416084595" sldId="2147484306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39:22.280" v="6"/>
        <pc:sldMasterMkLst>
          <pc:docMk/>
          <pc:sldMasterMk cId="1858731528" sldId="2147484307"/>
        </pc:sldMasterMkLst>
        <pc:sldLayoutChg chg="add del mod replId">
          <pc:chgData name="Guest User" userId="S::urn:spo:tenantanon#d4963ce2-af94-4122-95a9-644e8b01624d::" providerId="AD" clId="Web-{00000000-0000-0000-0000-000000000000}" dt="2026-09-06T15:39:22.280" v="6"/>
          <pc:sldLayoutMkLst>
            <pc:docMk/>
            <pc:sldMasterMk cId="1858731528" sldId="2147484307"/>
            <pc:sldLayoutMk cId="1659244927" sldId="214748430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2.280" v="6"/>
          <pc:sldLayoutMkLst>
            <pc:docMk/>
            <pc:sldMasterMk cId="1858731528" sldId="2147484307"/>
            <pc:sldLayoutMk cId="2582315670" sldId="214748430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2.280" v="6"/>
          <pc:sldLayoutMkLst>
            <pc:docMk/>
            <pc:sldMasterMk cId="1858731528" sldId="2147484307"/>
            <pc:sldLayoutMk cId="2241214007" sldId="214748431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2.280" v="6"/>
          <pc:sldLayoutMkLst>
            <pc:docMk/>
            <pc:sldMasterMk cId="1858731528" sldId="2147484307"/>
            <pc:sldLayoutMk cId="3491990053" sldId="214748431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2.280" v="6"/>
          <pc:sldLayoutMkLst>
            <pc:docMk/>
            <pc:sldMasterMk cId="1858731528" sldId="2147484307"/>
            <pc:sldLayoutMk cId="997196183" sldId="214748431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2.280" v="6"/>
          <pc:sldLayoutMkLst>
            <pc:docMk/>
            <pc:sldMasterMk cId="1858731528" sldId="2147484307"/>
            <pc:sldLayoutMk cId="3759626749" sldId="214748431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2.280" v="6"/>
          <pc:sldLayoutMkLst>
            <pc:docMk/>
            <pc:sldMasterMk cId="1858731528" sldId="2147484307"/>
            <pc:sldLayoutMk cId="321303572" sldId="214748431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2.280" v="6"/>
          <pc:sldLayoutMkLst>
            <pc:docMk/>
            <pc:sldMasterMk cId="1858731528" sldId="2147484307"/>
            <pc:sldLayoutMk cId="1894464133" sldId="214748431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2.280" v="6"/>
          <pc:sldLayoutMkLst>
            <pc:docMk/>
            <pc:sldMasterMk cId="1858731528" sldId="2147484307"/>
            <pc:sldLayoutMk cId="4033954231" sldId="214748431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2.280" v="6"/>
          <pc:sldLayoutMkLst>
            <pc:docMk/>
            <pc:sldMasterMk cId="1858731528" sldId="2147484307"/>
            <pc:sldLayoutMk cId="4205553223" sldId="214748431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2.280" v="6"/>
          <pc:sldLayoutMkLst>
            <pc:docMk/>
            <pc:sldMasterMk cId="1858731528" sldId="2147484307"/>
            <pc:sldLayoutMk cId="3410361601" sldId="214748431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2.280" v="6"/>
          <pc:sldLayoutMkLst>
            <pc:docMk/>
            <pc:sldMasterMk cId="1858731528" sldId="2147484307"/>
            <pc:sldLayoutMk cId="385898481" sldId="214748431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2.280" v="6"/>
          <pc:sldLayoutMkLst>
            <pc:docMk/>
            <pc:sldMasterMk cId="1858731528" sldId="2147484307"/>
            <pc:sldLayoutMk cId="350070207" sldId="2147484320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39:24.608" v="7"/>
        <pc:sldMasterMkLst>
          <pc:docMk/>
          <pc:sldMasterMk cId="890646116" sldId="2147484321"/>
        </pc:sldMasterMkLst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457327988" sldId="214748432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1355666346" sldId="214748432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3441147243" sldId="214748432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1683823374" sldId="214748432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4019361142" sldId="214748432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3810589505" sldId="214748432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3825870263" sldId="214748432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2296417135" sldId="214748432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2572755145" sldId="214748433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398595544" sldId="214748433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1486849662" sldId="214748433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3361007174" sldId="214748433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422468641" sldId="214748433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147732664" sldId="214748433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3889114391" sldId="214748433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3922945525" sldId="214748433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621854964" sldId="214748433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383034044" sldId="214748433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2887222769" sldId="214748434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2013650393" sldId="214748434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1941712631" sldId="214748434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3726875531" sldId="214748434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1877646531" sldId="214748434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91935553" sldId="214748434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1830748536" sldId="214748434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3670705884" sldId="214748434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3690731056" sldId="214748434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1812850326" sldId="214748434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24.608" v="7"/>
          <pc:sldLayoutMkLst>
            <pc:docMk/>
            <pc:sldMasterMk cId="890646116" sldId="2147484321"/>
            <pc:sldLayoutMk cId="695553902" sldId="2147484350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39:41.578" v="8"/>
        <pc:sldMasterMkLst>
          <pc:docMk/>
          <pc:sldMasterMk cId="1085993571" sldId="2147484351"/>
        </pc:sldMasterMkLst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2730016297" sldId="214748435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269580279" sldId="214748435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3817303753" sldId="214748435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165604060" sldId="214748435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1757710705" sldId="214748435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2947107825" sldId="214748435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2286026515" sldId="214748435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699705260" sldId="214748435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3817245905" sldId="214748436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2657752115" sldId="214748436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3802290002" sldId="214748436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603456135" sldId="214748436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3416289305" sldId="214748436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2483893168" sldId="214748436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2196089274" sldId="214748436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4250890216" sldId="214748436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2417703733" sldId="214748436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2534778898" sldId="214748436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2341959336" sldId="214748437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2691791725" sldId="214748437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303101857" sldId="214748437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3957894380" sldId="214748437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4055660027" sldId="214748437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2576093232" sldId="214748437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2348200603" sldId="214748437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94996465" sldId="214748437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4110254627" sldId="214748437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564824791" sldId="214748437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39:41.578" v="8"/>
          <pc:sldLayoutMkLst>
            <pc:docMk/>
            <pc:sldMasterMk cId="1085993571" sldId="2147484351"/>
            <pc:sldLayoutMk cId="3831296399" sldId="2147484380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41:50.083" v="18"/>
        <pc:sldMasterMkLst>
          <pc:docMk/>
          <pc:sldMasterMk cId="3202605309" sldId="2147484381"/>
        </pc:sldMasterMkLst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3225175660" sldId="214748438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2527176951" sldId="214748438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2408780735" sldId="214748438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2698719489" sldId="214748438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3557895466" sldId="214748438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3261315626" sldId="214748438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2157291574" sldId="214748438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820662201" sldId="214748438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2325840708" sldId="214748439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957389447" sldId="214748439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945480857" sldId="214748439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2915653631" sldId="214748439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443067991" sldId="214748439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658795856" sldId="214748439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2196035530" sldId="214748439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3617984136" sldId="214748439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2131230979" sldId="214748439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2439315904" sldId="214748439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0.083" v="18"/>
          <pc:sldLayoutMkLst>
            <pc:docMk/>
            <pc:sldMasterMk cId="3202605309" sldId="2147484381"/>
            <pc:sldLayoutMk cId="1066980066" sldId="2147484400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41:53.067" v="19"/>
        <pc:sldMasterMkLst>
          <pc:docMk/>
          <pc:sldMasterMk cId="339162070" sldId="2147484401"/>
        </pc:sldMasterMkLst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4105574602" sldId="214748440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2516820021" sldId="214748440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1194650863" sldId="214748440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2963585986" sldId="214748440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2245711332" sldId="214748440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2421084728" sldId="214748440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3078847128" sldId="214748440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1473679332" sldId="214748440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2308179718" sldId="214748441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3599101133" sldId="214748441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1230212526" sldId="214748441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765744812" sldId="214748441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121784535" sldId="214748441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3159245823" sldId="214748441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632657443" sldId="214748441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2922904284" sldId="214748441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820541508" sldId="214748441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4037178286" sldId="214748441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3.067" v="19"/>
          <pc:sldLayoutMkLst>
            <pc:docMk/>
            <pc:sldMasterMk cId="339162070" sldId="2147484401"/>
            <pc:sldLayoutMk cId="1041141798" sldId="2147484420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41:58.442" v="20"/>
        <pc:sldMasterMkLst>
          <pc:docMk/>
          <pc:sldMasterMk cId="1069561363" sldId="2147484421"/>
        </pc:sldMasterMkLst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2854128893" sldId="214748442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2949964087" sldId="214748442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2455268268" sldId="214748442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385911418" sldId="214748442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1872578239" sldId="214748442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2032956881" sldId="214748442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1079236130" sldId="214748442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3276307421" sldId="214748442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2848659908" sldId="214748443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3877259886" sldId="214748443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2088137031" sldId="214748443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2957909212" sldId="214748443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4225405727" sldId="214748443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404196072" sldId="214748443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2666239244" sldId="214748443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994830581" sldId="214748443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3324712205" sldId="214748443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1091003018" sldId="214748443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1:58.442" v="20"/>
          <pc:sldLayoutMkLst>
            <pc:docMk/>
            <pc:sldMasterMk cId="1069561363" sldId="2147484421"/>
            <pc:sldLayoutMk cId="3328824838" sldId="2147484440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42:00.567" v="21"/>
        <pc:sldMasterMkLst>
          <pc:docMk/>
          <pc:sldMasterMk cId="3854728047" sldId="2147484441"/>
        </pc:sldMasterMkLst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3995436410" sldId="214748444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3071721156" sldId="214748444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869488275" sldId="214748444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586904659" sldId="214748444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2129370789" sldId="214748444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2693236107" sldId="214748444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2272687952" sldId="214748444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2677740673" sldId="214748444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2823819766" sldId="214748445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1366373252" sldId="214748445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1076597471" sldId="214748445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2561357846" sldId="214748445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1553897756" sldId="214748445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422111826" sldId="214748445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3655951844" sldId="214748445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3518953053" sldId="214748445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4191261781" sldId="214748445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1765876728" sldId="214748445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3854728047" sldId="2147484441"/>
            <pc:sldLayoutMk cId="344393547" sldId="2147484460"/>
          </pc:sldLayoutMkLst>
        </pc:sldLayoutChg>
      </pc:sldMasterChg>
      <pc:sldMasterChg chg="add addSldLayout modSldLayout">
        <pc:chgData name="Guest User" userId="S::urn:spo:tenantanon#d4963ce2-af94-4122-95a9-644e8b01624d::" providerId="AD" clId="Web-{00000000-0000-0000-0000-000000000000}" dt="2026-09-06T15:42:00.567" v="21"/>
        <pc:sldMasterMkLst>
          <pc:docMk/>
          <pc:sldMasterMk cId="955096279" sldId="2147484461"/>
        </pc:sldMasterMkLst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3273711550" sldId="2147484462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1940336036" sldId="2147484463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2192286986" sldId="2147484464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2202305663" sldId="2147484465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2919973010" sldId="2147484466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4041751902" sldId="2147484467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2585656475" sldId="2147484468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2083415702" sldId="2147484469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782644083" sldId="2147484470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2810172592" sldId="2147484471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2047018965" sldId="2147484472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1209937045" sldId="2147484473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3172029049" sldId="2147484474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3936376024" sldId="2147484475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2976899172" sldId="2147484476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23358830" sldId="2147484477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2436455825" sldId="2147484478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889210350" sldId="2147484479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0.567" v="21"/>
          <pc:sldLayoutMkLst>
            <pc:docMk/>
            <pc:sldMasterMk cId="955096279" sldId="2147484461"/>
            <pc:sldLayoutMk cId="616048857" sldId="2147484480"/>
          </pc:sldLayoutMkLst>
        </pc:sldLayoutChg>
      </pc:sldMasterChg>
      <pc:sldMasterChg chg="del delSldLayout">
        <pc:chgData name="Guest User" userId="S::urn:spo:tenantanon#d4963ce2-af94-4122-95a9-644e8b01624d::" providerId="AD" clId="Web-{00000000-0000-0000-0000-000000000000}" dt="2026-09-06T15:42:09.677" v="22"/>
        <pc:sldMasterMkLst>
          <pc:docMk/>
          <pc:sldMasterMk cId="4279123945" sldId="2147484481"/>
        </pc:sldMasterMkLst>
        <pc:sldLayoutChg chg="del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4279123945" sldId="2147484481"/>
            <pc:sldLayoutMk cId="1687802554" sldId="2147484482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4279123945" sldId="2147484481"/>
            <pc:sldLayoutMk cId="1358545441" sldId="2147484483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4279123945" sldId="2147484481"/>
            <pc:sldLayoutMk cId="480092501" sldId="2147484484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4279123945" sldId="2147484481"/>
            <pc:sldLayoutMk cId="2876148056" sldId="2147484485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4279123945" sldId="2147484481"/>
            <pc:sldLayoutMk cId="888606619" sldId="2147484486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4279123945" sldId="2147484481"/>
            <pc:sldLayoutMk cId="2661676232" sldId="2147484487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4279123945" sldId="2147484481"/>
            <pc:sldLayoutMk cId="2316539949" sldId="2147484488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4279123945" sldId="2147484481"/>
            <pc:sldLayoutMk cId="2764176178" sldId="2147484489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4279123945" sldId="2147484481"/>
            <pc:sldLayoutMk cId="3382676879" sldId="2147484490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4279123945" sldId="2147484481"/>
            <pc:sldLayoutMk cId="3903649929" sldId="2147484491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4279123945" sldId="2147484481"/>
            <pc:sldLayoutMk cId="1524308889" sldId="2147484492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4279123945" sldId="2147484481"/>
            <pc:sldLayoutMk cId="3847718748" sldId="2147484493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4279123945" sldId="2147484481"/>
            <pc:sldLayoutMk cId="3634745072" sldId="2147484494"/>
          </pc:sldLayoutMkLst>
        </pc:sldLayoutChg>
      </pc:sldMasterChg>
      <pc:sldMasterChg chg="add addSldLayout modSldLayout">
        <pc:chgData name="Guest User" userId="S::urn:spo:tenantanon#d4963ce2-af94-4122-95a9-644e8b01624d::" providerId="AD" clId="Web-{00000000-0000-0000-0000-000000000000}" dt="2026-09-06T15:42:09.677" v="22"/>
        <pc:sldMasterMkLst>
          <pc:docMk/>
          <pc:sldMasterMk cId="2170311042" sldId="2147484495"/>
        </pc:sldMasterMkLst>
        <pc:sldLayoutChg chg="add mod replId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2170311042" sldId="2147484495"/>
            <pc:sldLayoutMk cId="1346635927" sldId="2147484496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2170311042" sldId="2147484495"/>
            <pc:sldLayoutMk cId="2174608676" sldId="2147484497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2170311042" sldId="2147484495"/>
            <pc:sldLayoutMk cId="2997410629" sldId="2147484498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2170311042" sldId="2147484495"/>
            <pc:sldLayoutMk cId="1360937229" sldId="2147484499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2170311042" sldId="2147484495"/>
            <pc:sldLayoutMk cId="547709357" sldId="2147484500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2170311042" sldId="2147484495"/>
            <pc:sldLayoutMk cId="3553592501" sldId="2147484501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2170311042" sldId="2147484495"/>
            <pc:sldLayoutMk cId="327376483" sldId="2147484502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2170311042" sldId="2147484495"/>
            <pc:sldLayoutMk cId="2750572625" sldId="2147484503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2170311042" sldId="2147484495"/>
            <pc:sldLayoutMk cId="181885502" sldId="2147484504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2170311042" sldId="2147484495"/>
            <pc:sldLayoutMk cId="3509841189" sldId="2147484505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2170311042" sldId="2147484495"/>
            <pc:sldLayoutMk cId="1938286361" sldId="2147484506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2170311042" sldId="2147484495"/>
            <pc:sldLayoutMk cId="2799919548" sldId="2147484507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09.677" v="22"/>
          <pc:sldLayoutMkLst>
            <pc:docMk/>
            <pc:sldMasterMk cId="2170311042" sldId="2147484495"/>
            <pc:sldLayoutMk cId="381050102" sldId="2147484508"/>
          </pc:sldLayoutMkLst>
        </pc:sldLayoutChg>
      </pc:sldMasterChg>
      <pc:sldMasterChg chg="del delSldLayout">
        <pc:chgData name="Guest User" userId="S::urn:spo:tenantanon#d4963ce2-af94-4122-95a9-644e8b01624d::" providerId="AD" clId="Web-{00000000-0000-0000-0000-000000000000}" dt="2026-09-06T15:42:34.741" v="23"/>
        <pc:sldMasterMkLst>
          <pc:docMk/>
          <pc:sldMasterMk cId="26120610" sldId="2147484634"/>
        </pc:sldMasterMkLst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1058842529" sldId="2147484635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993033471" sldId="2147484636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3985518172" sldId="2147484637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1336755960" sldId="2147484638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675021840" sldId="2147484639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3816476732" sldId="2147484640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1886875187" sldId="2147484641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2136886129" sldId="2147484642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808180179" sldId="2147484643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1126056174" sldId="2147484644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1276566877" sldId="2147484645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3535264958" sldId="2147484646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3853773563" sldId="2147484647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1338710810" sldId="2147484648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2504886044" sldId="2147484649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850360714" sldId="2147484650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4045312986" sldId="2147484651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3145969204" sldId="2147484652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4037570767" sldId="2147484653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205256535" sldId="2147484654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1308705765" sldId="2147484655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2307600972" sldId="2147484656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151075900" sldId="2147484657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768058317" sldId="2147484658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1749181613" sldId="2147484659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3988860870" sldId="2147484660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3131629394" sldId="2147484661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2389130722" sldId="2147484662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2221310260" sldId="2147484663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26120610" sldId="2147484634"/>
            <pc:sldLayoutMk cId="3842424735" sldId="2147484664"/>
          </pc:sldLayoutMkLst>
        </pc:sldLayoutChg>
      </pc:sldMasterChg>
      <pc:sldMasterChg chg="add addSldLayout modSldLayout">
        <pc:chgData name="Guest User" userId="S::urn:spo:tenantanon#d4963ce2-af94-4122-95a9-644e8b01624d::" providerId="AD" clId="Web-{00000000-0000-0000-0000-000000000000}" dt="2026-09-06T15:42:34.741" v="23"/>
        <pc:sldMasterMkLst>
          <pc:docMk/>
          <pc:sldMasterMk cId="983858280" sldId="2147484665"/>
        </pc:sldMasterMkLst>
        <pc:sldLayoutChg chg="add mod replId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983858280" sldId="2147484665"/>
            <pc:sldLayoutMk cId="3128537895" sldId="2147484666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983858280" sldId="2147484665"/>
            <pc:sldLayoutMk cId="1471487842" sldId="2147484667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983858280" sldId="2147484665"/>
            <pc:sldLayoutMk cId="166320966" sldId="2147484668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983858280" sldId="2147484665"/>
            <pc:sldLayoutMk cId="4261607053" sldId="2147484669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983858280" sldId="2147484665"/>
            <pc:sldLayoutMk cId="2709780364" sldId="2147484670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983858280" sldId="2147484665"/>
            <pc:sldLayoutMk cId="753329275" sldId="2147484671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983858280" sldId="2147484665"/>
            <pc:sldLayoutMk cId="2352361066" sldId="2147484672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983858280" sldId="2147484665"/>
            <pc:sldLayoutMk cId="1638650877" sldId="2147484673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983858280" sldId="2147484665"/>
            <pc:sldLayoutMk cId="2099800404" sldId="2147484674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983858280" sldId="2147484665"/>
            <pc:sldLayoutMk cId="4128285192" sldId="2147484675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983858280" sldId="2147484665"/>
            <pc:sldLayoutMk cId="1273222724" sldId="2147484676"/>
          </pc:sldLayoutMkLst>
        </pc:sldLayoutChg>
        <pc:sldLayoutChg chg="add mod replId">
          <pc:chgData name="Guest User" userId="S::urn:spo:tenantanon#d4963ce2-af94-4122-95a9-644e8b01624d::" providerId="AD" clId="Web-{00000000-0000-0000-0000-000000000000}" dt="2026-09-06T15:42:34.741" v="23"/>
          <pc:sldLayoutMkLst>
            <pc:docMk/>
            <pc:sldMasterMk cId="983858280" sldId="2147484665"/>
            <pc:sldLayoutMk cId="2435809212" sldId="2147484677"/>
          </pc:sldLayoutMkLst>
        </pc:sldLayoutChg>
      </pc:sldMasterChg>
      <pc:sldMasterChg chg="del delSldLayout">
        <pc:chgData name="Guest User" userId="S::urn:spo:tenantanon#d4963ce2-af94-4122-95a9-644e8b01624d::" providerId="AD" clId="Web-{00000000-0000-0000-0000-000000000000}" dt="2026-09-06T15:42:51.398" v="24"/>
        <pc:sldMasterMkLst>
          <pc:docMk/>
          <pc:sldMasterMk cId="3230407481" sldId="2147484695"/>
        </pc:sldMasterMkLst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1109785037" sldId="2147484696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1551263066" sldId="2147484697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520963800" sldId="2147484698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732851497" sldId="2147484699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2814592392" sldId="2147484700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4271612338" sldId="2147484701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866047505" sldId="2147484702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2087938513" sldId="2147484703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2460096501" sldId="2147484704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430135541" sldId="2147484705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3179105230" sldId="2147484706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3090782346" sldId="2147484707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4262175426" sldId="2147484708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124552772" sldId="2147484709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1528270910" sldId="2147484710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715779113" sldId="2147484711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2590946391" sldId="2147484712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3358088864" sldId="2147484713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2400991870" sldId="2147484714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3272480349" sldId="2147484715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1482847110" sldId="2147484716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4284228329" sldId="2147484717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3797626089" sldId="2147484718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2298972405" sldId="2147484719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3735971689" sldId="2147484720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2897033947" sldId="2147484721"/>
          </pc:sldLayoutMkLst>
        </pc:sldLayoutChg>
        <pc:sldLayoutChg chg="del">
          <pc:chgData name="Guest User" userId="S::urn:spo:tenantanon#d4963ce2-af94-4122-95a9-644e8b01624d::" providerId="AD" clId="Web-{00000000-0000-0000-0000-000000000000}" dt="2026-09-06T15:42:51.398" v="24"/>
          <pc:sldLayoutMkLst>
            <pc:docMk/>
            <pc:sldMasterMk cId="3230407481" sldId="2147484695"/>
            <pc:sldLayoutMk cId="1625772751" sldId="2147484722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43:10.664" v="25"/>
        <pc:sldMasterMkLst>
          <pc:docMk/>
          <pc:sldMasterMk cId="3891934145" sldId="2147484723"/>
        </pc:sldMasterMkLst>
        <pc:sldLayoutChg chg="add del mod replId">
          <pc:chgData name="Guest User" userId="S::urn:spo:tenantanon#d4963ce2-af94-4122-95a9-644e8b01624d::" providerId="AD" clId="Web-{00000000-0000-0000-0000-000000000000}" dt="2026-09-06T15:43:10.664" v="25"/>
          <pc:sldLayoutMkLst>
            <pc:docMk/>
            <pc:sldMasterMk cId="3891934145" sldId="2147484723"/>
            <pc:sldLayoutMk cId="901253152" sldId="214748472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10.664" v="25"/>
          <pc:sldLayoutMkLst>
            <pc:docMk/>
            <pc:sldMasterMk cId="3891934145" sldId="2147484723"/>
            <pc:sldLayoutMk cId="702567261" sldId="214748472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10.664" v="25"/>
          <pc:sldLayoutMkLst>
            <pc:docMk/>
            <pc:sldMasterMk cId="3891934145" sldId="2147484723"/>
            <pc:sldLayoutMk cId="2387488673" sldId="214748472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10.664" v="25"/>
          <pc:sldLayoutMkLst>
            <pc:docMk/>
            <pc:sldMasterMk cId="3891934145" sldId="2147484723"/>
            <pc:sldLayoutMk cId="60716187" sldId="214748472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10.664" v="25"/>
          <pc:sldLayoutMkLst>
            <pc:docMk/>
            <pc:sldMasterMk cId="3891934145" sldId="2147484723"/>
            <pc:sldLayoutMk cId="818226601" sldId="214748472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10.664" v="25"/>
          <pc:sldLayoutMkLst>
            <pc:docMk/>
            <pc:sldMasterMk cId="3891934145" sldId="2147484723"/>
            <pc:sldLayoutMk cId="706027254" sldId="214748472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10.664" v="25"/>
          <pc:sldLayoutMkLst>
            <pc:docMk/>
            <pc:sldMasterMk cId="3891934145" sldId="2147484723"/>
            <pc:sldLayoutMk cId="2830149653" sldId="214748473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10.664" v="25"/>
          <pc:sldLayoutMkLst>
            <pc:docMk/>
            <pc:sldMasterMk cId="3891934145" sldId="2147484723"/>
            <pc:sldLayoutMk cId="1187397433" sldId="214748473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10.664" v="25"/>
          <pc:sldLayoutMkLst>
            <pc:docMk/>
            <pc:sldMasterMk cId="3891934145" sldId="2147484723"/>
            <pc:sldLayoutMk cId="372359171" sldId="214748473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10.664" v="25"/>
          <pc:sldLayoutMkLst>
            <pc:docMk/>
            <pc:sldMasterMk cId="3891934145" sldId="2147484723"/>
            <pc:sldLayoutMk cId="682623279" sldId="214748473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10.664" v="25"/>
          <pc:sldLayoutMkLst>
            <pc:docMk/>
            <pc:sldMasterMk cId="3891934145" sldId="2147484723"/>
            <pc:sldLayoutMk cId="2127753985" sldId="214748473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10.664" v="25"/>
          <pc:sldLayoutMkLst>
            <pc:docMk/>
            <pc:sldMasterMk cId="3891934145" sldId="2147484723"/>
            <pc:sldLayoutMk cId="3186711605" sldId="2147484735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43:22.258" v="26"/>
        <pc:sldMasterMkLst>
          <pc:docMk/>
          <pc:sldMasterMk cId="2552853869" sldId="2147484736"/>
        </pc:sldMasterMkLst>
        <pc:sldLayoutChg chg="add del mod replId">
          <pc:chgData name="Guest User" userId="S::urn:spo:tenantanon#d4963ce2-af94-4122-95a9-644e8b01624d::" providerId="AD" clId="Web-{00000000-0000-0000-0000-000000000000}" dt="2026-09-06T15:43:22.258" v="26"/>
          <pc:sldLayoutMkLst>
            <pc:docMk/>
            <pc:sldMasterMk cId="2552853869" sldId="2147484736"/>
            <pc:sldLayoutMk cId="4146349858" sldId="214748473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22.258" v="26"/>
          <pc:sldLayoutMkLst>
            <pc:docMk/>
            <pc:sldMasterMk cId="2552853869" sldId="2147484736"/>
            <pc:sldLayoutMk cId="1050975234" sldId="214748473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22.258" v="26"/>
          <pc:sldLayoutMkLst>
            <pc:docMk/>
            <pc:sldMasterMk cId="2552853869" sldId="2147484736"/>
            <pc:sldLayoutMk cId="3873042160" sldId="214748473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22.258" v="26"/>
          <pc:sldLayoutMkLst>
            <pc:docMk/>
            <pc:sldMasterMk cId="2552853869" sldId="2147484736"/>
            <pc:sldLayoutMk cId="1204384520" sldId="214748474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22.258" v="26"/>
          <pc:sldLayoutMkLst>
            <pc:docMk/>
            <pc:sldMasterMk cId="2552853869" sldId="2147484736"/>
            <pc:sldLayoutMk cId="825714366" sldId="214748474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22.258" v="26"/>
          <pc:sldLayoutMkLst>
            <pc:docMk/>
            <pc:sldMasterMk cId="2552853869" sldId="2147484736"/>
            <pc:sldLayoutMk cId="1179197234" sldId="214748474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22.258" v="26"/>
          <pc:sldLayoutMkLst>
            <pc:docMk/>
            <pc:sldMasterMk cId="2552853869" sldId="2147484736"/>
            <pc:sldLayoutMk cId="4228207641" sldId="214748474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22.258" v="26"/>
          <pc:sldLayoutMkLst>
            <pc:docMk/>
            <pc:sldMasterMk cId="2552853869" sldId="2147484736"/>
            <pc:sldLayoutMk cId="1607918184" sldId="214748474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22.258" v="26"/>
          <pc:sldLayoutMkLst>
            <pc:docMk/>
            <pc:sldMasterMk cId="2552853869" sldId="2147484736"/>
            <pc:sldLayoutMk cId="1048256624" sldId="214748474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22.258" v="26"/>
          <pc:sldLayoutMkLst>
            <pc:docMk/>
            <pc:sldMasterMk cId="2552853869" sldId="2147484736"/>
            <pc:sldLayoutMk cId="2389152232" sldId="214748474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22.258" v="26"/>
          <pc:sldLayoutMkLst>
            <pc:docMk/>
            <pc:sldMasterMk cId="2552853869" sldId="2147484736"/>
            <pc:sldLayoutMk cId="4017007663" sldId="214748474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3:22.258" v="26"/>
          <pc:sldLayoutMkLst>
            <pc:docMk/>
            <pc:sldMasterMk cId="2552853869" sldId="2147484736"/>
            <pc:sldLayoutMk cId="3261247951" sldId="2147484748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44:13.245" v="30"/>
        <pc:sldMasterMkLst>
          <pc:docMk/>
          <pc:sldMasterMk cId="1103295806" sldId="2147484749"/>
        </pc:sldMasterMkLst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3716577800" sldId="214748475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2970311434" sldId="214748475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3216584552" sldId="214748475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1847704732" sldId="214748475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1234736444" sldId="214748475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3329526625" sldId="214748475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2109654464" sldId="214748475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2191220773" sldId="214748475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2292333063" sldId="214748475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3649545267" sldId="214748475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3080359885" sldId="214748476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2535164271" sldId="214748476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847720820" sldId="214748476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2499451928" sldId="214748476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805755285" sldId="214748476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1237949384" sldId="214748476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13.245" v="30"/>
          <pc:sldLayoutMkLst>
            <pc:docMk/>
            <pc:sldMasterMk cId="1103295806" sldId="2147484749"/>
            <pc:sldLayoutMk cId="1529506364" sldId="2147484766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44:42.231" v="31"/>
        <pc:sldMasterMkLst>
          <pc:docMk/>
          <pc:sldMasterMk cId="2151372391" sldId="2147484767"/>
        </pc:sldMasterMkLst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2095158669" sldId="214748476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912852604" sldId="214748476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1791326135" sldId="214748477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4005479565" sldId="214748477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439869800" sldId="214748477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581422066" sldId="214748477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2121161244" sldId="214748477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3376843583" sldId="214748477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1088822634" sldId="214748477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891737259" sldId="214748477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3510155989" sldId="214748477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4104170013" sldId="214748477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1250067997" sldId="214748478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3279534438" sldId="214748478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1739778359" sldId="214748478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3585877389" sldId="214748478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2.231" v="31"/>
          <pc:sldLayoutMkLst>
            <pc:docMk/>
            <pc:sldMasterMk cId="2151372391" sldId="2147484767"/>
            <pc:sldLayoutMk cId="3209694436" sldId="2147484784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44:49.747" v="32"/>
        <pc:sldMasterMkLst>
          <pc:docMk/>
          <pc:sldMasterMk cId="804563988" sldId="2147484785"/>
        </pc:sldMasterMkLst>
        <pc:sldLayoutChg chg="add del mod replId">
          <pc:chgData name="Guest User" userId="S::urn:spo:tenantanon#d4963ce2-af94-4122-95a9-644e8b01624d::" providerId="AD" clId="Web-{00000000-0000-0000-0000-000000000000}" dt="2026-09-06T15:44:49.747" v="32"/>
          <pc:sldLayoutMkLst>
            <pc:docMk/>
            <pc:sldMasterMk cId="804563988" sldId="2147484785"/>
            <pc:sldLayoutMk cId="3913926104" sldId="214748478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9.747" v="32"/>
          <pc:sldLayoutMkLst>
            <pc:docMk/>
            <pc:sldMasterMk cId="804563988" sldId="2147484785"/>
            <pc:sldLayoutMk cId="3794820445" sldId="214748478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9.747" v="32"/>
          <pc:sldLayoutMkLst>
            <pc:docMk/>
            <pc:sldMasterMk cId="804563988" sldId="2147484785"/>
            <pc:sldLayoutMk cId="1909748175" sldId="214748478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9.747" v="32"/>
          <pc:sldLayoutMkLst>
            <pc:docMk/>
            <pc:sldMasterMk cId="804563988" sldId="2147484785"/>
            <pc:sldLayoutMk cId="455570404" sldId="214748478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9.747" v="32"/>
          <pc:sldLayoutMkLst>
            <pc:docMk/>
            <pc:sldMasterMk cId="804563988" sldId="2147484785"/>
            <pc:sldLayoutMk cId="1210540477" sldId="214748479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9.747" v="32"/>
          <pc:sldLayoutMkLst>
            <pc:docMk/>
            <pc:sldMasterMk cId="804563988" sldId="2147484785"/>
            <pc:sldLayoutMk cId="982079151" sldId="214748479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9.747" v="32"/>
          <pc:sldLayoutMkLst>
            <pc:docMk/>
            <pc:sldMasterMk cId="804563988" sldId="2147484785"/>
            <pc:sldLayoutMk cId="1393298222" sldId="214748479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9.747" v="32"/>
          <pc:sldLayoutMkLst>
            <pc:docMk/>
            <pc:sldMasterMk cId="804563988" sldId="2147484785"/>
            <pc:sldLayoutMk cId="4216952171" sldId="214748479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9.747" v="32"/>
          <pc:sldLayoutMkLst>
            <pc:docMk/>
            <pc:sldMasterMk cId="804563988" sldId="2147484785"/>
            <pc:sldLayoutMk cId="191401318" sldId="214748479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9.747" v="32"/>
          <pc:sldLayoutMkLst>
            <pc:docMk/>
            <pc:sldMasterMk cId="804563988" sldId="2147484785"/>
            <pc:sldLayoutMk cId="3599141601" sldId="214748479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9.747" v="32"/>
          <pc:sldLayoutMkLst>
            <pc:docMk/>
            <pc:sldMasterMk cId="804563988" sldId="2147484785"/>
            <pc:sldLayoutMk cId="728054668" sldId="214748479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4:49.747" v="32"/>
          <pc:sldLayoutMkLst>
            <pc:docMk/>
            <pc:sldMasterMk cId="804563988" sldId="2147484785"/>
            <pc:sldLayoutMk cId="1464326362" sldId="2147484797"/>
          </pc:sldLayoutMkLst>
        </pc:sldLayoutChg>
      </pc:sldMasterChg>
      <pc:sldMasterChg chg="add del addSldLayout delSldLayout modSldLayout">
        <pc:chgData name="Guest User" userId="S::urn:spo:tenantanon#d4963ce2-af94-4122-95a9-644e8b01624d::" providerId="AD" clId="Web-{00000000-0000-0000-0000-000000000000}" dt="2026-09-06T15:45:15.280" v="33"/>
        <pc:sldMasterMkLst>
          <pc:docMk/>
          <pc:sldMasterMk cId="2621406005" sldId="2147484798"/>
        </pc:sldMasterMkLst>
        <pc:sldLayoutChg chg="add del mod replId">
          <pc:chgData name="Guest User" userId="S::urn:spo:tenantanon#d4963ce2-af94-4122-95a9-644e8b01624d::" providerId="AD" clId="Web-{00000000-0000-0000-0000-000000000000}" dt="2026-09-06T15:45:15.280" v="33"/>
          <pc:sldLayoutMkLst>
            <pc:docMk/>
            <pc:sldMasterMk cId="2621406005" sldId="2147484798"/>
            <pc:sldLayoutMk cId="2640131210" sldId="214748479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5:15.280" v="33"/>
          <pc:sldLayoutMkLst>
            <pc:docMk/>
            <pc:sldMasterMk cId="2621406005" sldId="2147484798"/>
            <pc:sldLayoutMk cId="1114288795" sldId="214748480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5:15.280" v="33"/>
          <pc:sldLayoutMkLst>
            <pc:docMk/>
            <pc:sldMasterMk cId="2621406005" sldId="2147484798"/>
            <pc:sldLayoutMk cId="3203324664" sldId="214748480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5:15.280" v="33"/>
          <pc:sldLayoutMkLst>
            <pc:docMk/>
            <pc:sldMasterMk cId="2621406005" sldId="2147484798"/>
            <pc:sldLayoutMk cId="2029147912" sldId="214748480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5:15.280" v="33"/>
          <pc:sldLayoutMkLst>
            <pc:docMk/>
            <pc:sldMasterMk cId="2621406005" sldId="2147484798"/>
            <pc:sldLayoutMk cId="658567345" sldId="214748480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5:15.280" v="33"/>
          <pc:sldLayoutMkLst>
            <pc:docMk/>
            <pc:sldMasterMk cId="2621406005" sldId="2147484798"/>
            <pc:sldLayoutMk cId="1549782080" sldId="214748480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5:15.280" v="33"/>
          <pc:sldLayoutMkLst>
            <pc:docMk/>
            <pc:sldMasterMk cId="2621406005" sldId="2147484798"/>
            <pc:sldLayoutMk cId="2988756207" sldId="214748480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5:15.280" v="33"/>
          <pc:sldLayoutMkLst>
            <pc:docMk/>
            <pc:sldMasterMk cId="2621406005" sldId="2147484798"/>
            <pc:sldLayoutMk cId="3740619721" sldId="214748480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5:15.280" v="33"/>
          <pc:sldLayoutMkLst>
            <pc:docMk/>
            <pc:sldMasterMk cId="2621406005" sldId="2147484798"/>
            <pc:sldLayoutMk cId="4204154225" sldId="214748480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5:15.280" v="33"/>
          <pc:sldLayoutMkLst>
            <pc:docMk/>
            <pc:sldMasterMk cId="2621406005" sldId="2147484798"/>
            <pc:sldLayoutMk cId="1487030271" sldId="214748480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5:15.280" v="33"/>
          <pc:sldLayoutMkLst>
            <pc:docMk/>
            <pc:sldMasterMk cId="2621406005" sldId="2147484798"/>
            <pc:sldLayoutMk cId="1337644957" sldId="214748480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5:45:15.280" v="33"/>
          <pc:sldLayoutMkLst>
            <pc:docMk/>
            <pc:sldMasterMk cId="2621406005" sldId="2147484798"/>
            <pc:sldLayoutMk cId="988432974" sldId="2147484810"/>
          </pc:sldLayoutMkLst>
        </pc:sldLayoutChg>
      </pc:sldMasterChg>
      <pc:sldMasterChg chg="add del modTransition addSldLayout delSldLayout modSldLayout">
        <pc:chgData name="Guest User" userId="S::urn:spo:tenantanon#d4963ce2-af94-4122-95a9-644e8b01624d::" providerId="AD" clId="Web-{00000000-0000-0000-0000-000000000000}" dt="2026-09-06T16:30:11.375" v="238"/>
        <pc:sldMasterMkLst>
          <pc:docMk/>
          <pc:sldMasterMk cId="3801927035" sldId="2147484811"/>
        </pc:sldMasterMkLst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3067490179" sldId="2147484812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4205603694" sldId="2147484813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3708867290" sldId="2147484814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2655363186" sldId="2147484815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1618303607" sldId="2147484816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2046732493" sldId="2147484817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1319929864" sldId="2147484818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837432527" sldId="2147484819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3940435093" sldId="2147484820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2391796182" sldId="2147484821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3941777470" sldId="2147484822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456671922" sldId="2147484823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1095911234" sldId="2147484824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1710696806" sldId="2147484825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317564200" sldId="2147484826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1397293224" sldId="2147484827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1156122114" sldId="2147484828"/>
          </pc:sldLayoutMkLst>
        </pc:sldLayoutChg>
        <pc:sldLayoutChg chg="add del mod replId modTransition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3801927035" sldId="2147484811"/>
            <pc:sldLayoutMk cId="469871446" sldId="2147484829"/>
          </pc:sldLayoutMkLst>
        </pc:sldLayoutChg>
      </pc:sldMasterChg>
      <pc:sldMasterChg chg="add del modTransition addSldLayout delSldLayout modSldLayout">
        <pc:chgData name="Guest User" userId="S::urn:spo:tenantanon#d4963ce2-af94-4122-95a9-644e8b01624d::" providerId="AD" clId="Web-{00000000-0000-0000-0000-000000000000}" dt="2026-09-06T16:30:11.375" v="238"/>
        <pc:sldMasterMkLst>
          <pc:docMk/>
          <pc:sldMasterMk cId="462162856" sldId="2147484830"/>
        </pc:sldMasterMkLst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812737042" sldId="214748483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2175623482" sldId="214748483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2685180980" sldId="214748483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2676119474" sldId="214748483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1097370617" sldId="214748483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1619044185" sldId="214748483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3161529470" sldId="214748483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3287804681" sldId="2147484838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3968730434" sldId="2147484839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2328278008" sldId="2147484840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1541212714" sldId="2147484841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2984162046" sldId="2147484842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2972377736" sldId="2147484843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2551379135" sldId="2147484844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3052647063" sldId="2147484845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2977707052" sldId="2147484846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2424390735" sldId="2147484847"/>
          </pc:sldLayoutMkLst>
        </pc:sldLayoutChg>
        <pc:sldLayoutChg chg="add del mod replId">
          <pc:chgData name="Guest User" userId="S::urn:spo:tenantanon#d4963ce2-af94-4122-95a9-644e8b01624d::" providerId="AD" clId="Web-{00000000-0000-0000-0000-000000000000}" dt="2026-09-06T16:30:11.375" v="238"/>
          <pc:sldLayoutMkLst>
            <pc:docMk/>
            <pc:sldMasterMk cId="462162856" sldId="2147484830"/>
            <pc:sldLayoutMk cId="3054785832" sldId="2147484848"/>
          </pc:sldLayoutMkLst>
        </pc:sldLayoutChg>
      </pc:sldMasterChg>
    </pc:docChg>
  </pc:docChgLst>
  <pc:docChgLst>
    <pc:chgData name="Guest User" userId="S::urn:spo:tenantanon#d4963ce2-af94-4122-95a9-644e8b01624d::" providerId="AD" clId="Web-{70C612CA-DA05-829A-7421-91DF0A81E0C8}"/>
    <pc:docChg chg="modSld">
      <pc:chgData name="Guest User" userId="S::urn:spo:tenantanon#d4963ce2-af94-4122-95a9-644e8b01624d::" providerId="AD" clId="Web-{70C612CA-DA05-829A-7421-91DF0A81E0C8}" dt="2026-09-06T17:08:21.665" v="19" actId="20577"/>
      <pc:docMkLst>
        <pc:docMk/>
      </pc:docMkLst>
      <pc:sldChg chg="modSp">
        <pc:chgData name="Guest User" userId="S::urn:spo:tenantanon#d4963ce2-af94-4122-95a9-644e8b01624d::" providerId="AD" clId="Web-{70C612CA-DA05-829A-7421-91DF0A81E0C8}" dt="2026-09-06T17:08:21.665" v="19" actId="20577"/>
        <pc:sldMkLst>
          <pc:docMk/>
          <pc:sldMk cId="1610690383" sldId="265"/>
        </pc:sldMkLst>
        <pc:spChg chg="mod">
          <ac:chgData name="Guest User" userId="S::urn:spo:tenantanon#d4963ce2-af94-4122-95a9-644e8b01624d::" providerId="AD" clId="Web-{70C612CA-DA05-829A-7421-91DF0A81E0C8}" dt="2026-09-06T17:08:21.665" v="19" actId="20577"/>
          <ac:spMkLst>
            <pc:docMk/>
            <pc:sldMk cId="1610690383" sldId="265"/>
            <ac:spMk id="2" creationId="{E1EDDE87-8F3E-9A0F-CAD9-AD49E00008B8}"/>
          </ac:spMkLst>
        </pc:spChg>
      </pc:sldChg>
      <pc:sldChg chg="modSp mod setBg">
        <pc:chgData name="Guest User" userId="S::urn:spo:tenantanon#d4963ce2-af94-4122-95a9-644e8b01624d::" providerId="AD" clId="Web-{70C612CA-DA05-829A-7421-91DF0A81E0C8}" dt="2026-09-06T17:07:56.273" v="18" actId="1076"/>
        <pc:sldMkLst>
          <pc:docMk/>
          <pc:sldMk cId="732737528" sldId="270"/>
        </pc:sldMkLst>
        <pc:spChg chg="mod">
          <ac:chgData name="Guest User" userId="S::urn:spo:tenantanon#d4963ce2-af94-4122-95a9-644e8b01624d::" providerId="AD" clId="Web-{70C612CA-DA05-829A-7421-91DF0A81E0C8}" dt="2026-09-06T17:07:47.929" v="17" actId="1076"/>
          <ac:spMkLst>
            <pc:docMk/>
            <pc:sldMk cId="732737528" sldId="270"/>
            <ac:spMk id="2" creationId="{BC2A0CFE-FFF0-2B3D-3228-25ACB4A93379}"/>
          </ac:spMkLst>
        </pc:spChg>
        <pc:graphicFrameChg chg="mod modGraphic">
          <ac:chgData name="Guest User" userId="S::urn:spo:tenantanon#d4963ce2-af94-4122-95a9-644e8b01624d::" providerId="AD" clId="Web-{70C612CA-DA05-829A-7421-91DF0A81E0C8}" dt="2026-09-06T17:07:56.273" v="18" actId="1076"/>
          <ac:graphicFrameMkLst>
            <pc:docMk/>
            <pc:sldMk cId="732737528" sldId="270"/>
            <ac:graphicFrameMk id="5" creationId="{401FC8FB-FCB6-4837-BA13-F13D4060AFB1}"/>
          </ac:graphicFrameMkLst>
        </pc:graphicFrameChg>
      </pc:sldChg>
      <pc:sldChg chg="addSp delSp modSp mod setBg">
        <pc:chgData name="Guest User" userId="S::urn:spo:tenantanon#d4963ce2-af94-4122-95a9-644e8b01624d::" providerId="AD" clId="Web-{70C612CA-DA05-829A-7421-91DF0A81E0C8}" dt="2026-09-06T17:05:43.237" v="10" actId="20577"/>
        <pc:sldMkLst>
          <pc:docMk/>
          <pc:sldMk cId="238206840" sldId="271"/>
        </pc:sldMkLst>
        <pc:spChg chg="mod">
          <ac:chgData name="Guest User" userId="S::urn:spo:tenantanon#d4963ce2-af94-4122-95a9-644e8b01624d::" providerId="AD" clId="Web-{70C612CA-DA05-829A-7421-91DF0A81E0C8}" dt="2026-09-06T17:05:34.002" v="9"/>
          <ac:spMkLst>
            <pc:docMk/>
            <pc:sldMk cId="238206840" sldId="271"/>
            <ac:spMk id="2" creationId="{6F1FDEAD-EF57-0950-180D-5AF89A4976DD}"/>
          </ac:spMkLst>
        </pc:spChg>
        <pc:spChg chg="mod">
          <ac:chgData name="Guest User" userId="S::urn:spo:tenantanon#d4963ce2-af94-4122-95a9-644e8b01624d::" providerId="AD" clId="Web-{70C612CA-DA05-829A-7421-91DF0A81E0C8}" dt="2026-09-06T17:05:43.237" v="10" actId="20577"/>
          <ac:spMkLst>
            <pc:docMk/>
            <pc:sldMk cId="238206840" sldId="271"/>
            <ac:spMk id="3" creationId="{C8364E31-E0B3-E8DB-04C5-E64CB476DAF2}"/>
          </ac:spMkLst>
        </pc:spChg>
        <pc:spChg chg="add">
          <ac:chgData name="Guest User" userId="S::urn:spo:tenantanon#d4963ce2-af94-4122-95a9-644e8b01624d::" providerId="AD" clId="Web-{70C612CA-DA05-829A-7421-91DF0A81E0C8}" dt="2026-09-06T17:05:34.002" v="9"/>
          <ac:spMkLst>
            <pc:docMk/>
            <pc:sldMk cId="238206840" sldId="271"/>
            <ac:spMk id="8" creationId="{50E53EDA-3B94-4F6B-9E86-D3BB9EBB9616}"/>
          </ac:spMkLst>
        </pc:spChg>
        <pc:picChg chg="add del">
          <ac:chgData name="Guest User" userId="S::urn:spo:tenantanon#d4963ce2-af94-4122-95a9-644e8b01624d::" providerId="AD" clId="Web-{70C612CA-DA05-829A-7421-91DF0A81E0C8}" dt="2026-09-06T17:05:27.236" v="6"/>
          <ac:picMkLst>
            <pc:docMk/>
            <pc:sldMk cId="238206840" sldId="271"/>
            <ac:picMk id="5" creationId="{E6A86CCF-FC2D-43D6-8EAA-29F5A4933C09}"/>
          </ac:picMkLst>
        </pc:picChg>
        <pc:picChg chg="add del">
          <ac:chgData name="Guest User" userId="S::urn:spo:tenantanon#d4963ce2-af94-4122-95a9-644e8b01624d::" providerId="AD" clId="Web-{70C612CA-DA05-829A-7421-91DF0A81E0C8}" dt="2026-09-06T17:05:33.987" v="8"/>
          <ac:picMkLst>
            <pc:docMk/>
            <pc:sldMk cId="238206840" sldId="271"/>
            <ac:picMk id="7" creationId="{441B88D7-E321-66CB-9B37-952A2A02A035}"/>
          </ac:picMkLst>
        </pc:picChg>
        <pc:cxnChg chg="add">
          <ac:chgData name="Guest User" userId="S::urn:spo:tenantanon#d4963ce2-af94-4122-95a9-644e8b01624d::" providerId="AD" clId="Web-{70C612CA-DA05-829A-7421-91DF0A81E0C8}" dt="2026-09-06T17:05:34.002" v="9"/>
          <ac:cxnSpMkLst>
            <pc:docMk/>
            <pc:sldMk cId="238206840" sldId="271"/>
            <ac:cxnSpMk id="10" creationId="{30EFD79F-7790-479B-B7DB-BD0D8C101DDD}"/>
          </ac:cxnSpMkLst>
        </pc:cxnChg>
      </pc:sldChg>
      <pc:sldChg chg="addSp modSp mod setBg">
        <pc:chgData name="Guest User" userId="S::urn:spo:tenantanon#d4963ce2-af94-4122-95a9-644e8b01624d::" providerId="AD" clId="Web-{70C612CA-DA05-829A-7421-91DF0A81E0C8}" dt="2026-09-06T17:07:08.771" v="14" actId="1076"/>
        <pc:sldMkLst>
          <pc:docMk/>
          <pc:sldMk cId="92355135" sldId="272"/>
        </pc:sldMkLst>
        <pc:spChg chg="mod">
          <ac:chgData name="Guest User" userId="S::urn:spo:tenantanon#d4963ce2-af94-4122-95a9-644e8b01624d::" providerId="AD" clId="Web-{70C612CA-DA05-829A-7421-91DF0A81E0C8}" dt="2026-09-06T17:07:08.771" v="14" actId="1076"/>
          <ac:spMkLst>
            <pc:docMk/>
            <pc:sldMk cId="92355135" sldId="272"/>
            <ac:spMk id="2" creationId="{7D4BF0FF-3B63-A5A3-95FD-ABA5C08CEE86}"/>
          </ac:spMkLst>
        </pc:spChg>
        <pc:graphicFrameChg chg="mod">
          <ac:chgData name="Guest User" userId="S::urn:spo:tenantanon#d4963ce2-af94-4122-95a9-644e8b01624d::" providerId="AD" clId="Web-{70C612CA-DA05-829A-7421-91DF0A81E0C8}" dt="2026-09-06T17:06:06.597" v="11"/>
          <ac:graphicFrameMkLst>
            <pc:docMk/>
            <pc:sldMk cId="92355135" sldId="272"/>
            <ac:graphicFrameMk id="3" creationId="{A68EE743-66EA-DE84-F1EC-C4AEB3CCD104}"/>
          </ac:graphicFrameMkLst>
        </pc:graphicFrameChg>
        <pc:picChg chg="add">
          <ac:chgData name="Guest User" userId="S::urn:spo:tenantanon#d4963ce2-af94-4122-95a9-644e8b01624d::" providerId="AD" clId="Web-{70C612CA-DA05-829A-7421-91DF0A81E0C8}" dt="2026-09-06T17:06:06.597" v="11"/>
          <ac:picMkLst>
            <pc:docMk/>
            <pc:sldMk cId="92355135" sldId="272"/>
            <ac:picMk id="8" creationId="{6AF6706C-CF07-43A1-BCC4-CBA5D33820DA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4" Type="http://schemas.openxmlformats.org/officeDocument/2006/relationships/image" Target="../media/image9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Relationship Id="rId6" Type="http://schemas.openxmlformats.org/officeDocument/2006/relationships/image" Target="../media/image16.svg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6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C26F3D-1A76-4243-B434-71644D554203}" type="doc">
      <dgm:prSet loTypeId="urn:microsoft.com/office/officeart/2018/2/layout/IconCircleList" loCatId="icon" qsTypeId="urn:microsoft.com/office/officeart/2005/8/quickstyle/simple1#10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7A112FBC-70C5-426C-B838-6D817F19721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Organizations rely heavily on computer networks for varied operations. Their network becomes increasingly vulnerable. </a:t>
          </a:r>
        </a:p>
      </dgm:t>
    </dgm:pt>
    <dgm:pt modelId="{10841425-42C5-4234-86D5-EAC41265B7B8}" type="parTrans" cxnId="{673E8C2A-C9CC-40FC-B8AB-550B9616A7B6}">
      <dgm:prSet/>
      <dgm:spPr/>
      <dgm:t>
        <a:bodyPr/>
        <a:lstStyle/>
        <a:p>
          <a:endParaRPr lang="en-US"/>
        </a:p>
      </dgm:t>
    </dgm:pt>
    <dgm:pt modelId="{9E6E8DF9-C19D-4C0E-AADA-68AB1DA4B6CA}" type="sibTrans" cxnId="{673E8C2A-C9CC-40FC-B8AB-550B9616A7B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A0D07C3D-42C9-4396-9678-0F842EF20F7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Traditionally networks often focus primarily on connectivity. These networks may not provide adequate security.</a:t>
          </a:r>
        </a:p>
      </dgm:t>
    </dgm:pt>
    <dgm:pt modelId="{34A47006-33E5-434F-9F91-71468B149A37}" type="parTrans" cxnId="{7EF04803-6DF5-4F66-BE22-89A456E184B7}">
      <dgm:prSet/>
      <dgm:spPr/>
      <dgm:t>
        <a:bodyPr/>
        <a:lstStyle/>
        <a:p>
          <a:endParaRPr lang="en-US"/>
        </a:p>
      </dgm:t>
    </dgm:pt>
    <dgm:pt modelId="{94DE9B28-24C9-470B-A2CC-81C43BAA7C58}" type="sibTrans" cxnId="{7EF04803-6DF5-4F66-BE22-89A456E184B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D290057-C2BB-4DB3-BA6E-C177FD72ACB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 secure and scalable network architecture become essential and necessary.</a:t>
          </a:r>
        </a:p>
      </dgm:t>
    </dgm:pt>
    <dgm:pt modelId="{D06E2AE9-408D-4F07-80BA-4A618DC7A3EF}" type="parTrans" cxnId="{E8010C19-6ECF-4AC0-9A51-C33A60E4C3B1}">
      <dgm:prSet/>
      <dgm:spPr/>
      <dgm:t>
        <a:bodyPr/>
        <a:lstStyle/>
        <a:p>
          <a:endParaRPr lang="en-US"/>
        </a:p>
      </dgm:t>
    </dgm:pt>
    <dgm:pt modelId="{1A82F176-37A3-47E3-B1DB-EA6096E77F44}" type="sibTrans" cxnId="{E8010C19-6ECF-4AC0-9A51-C33A60E4C3B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0EC01A1-84EE-4878-A45D-D2D7AD56EE8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project’s aim is to</a:t>
          </a:r>
          <a:r>
            <a:rPr lang="en-US">
              <a:latin typeface="Calibri Light" panose="020F0302020204030204"/>
            </a:rPr>
            <a:t> </a:t>
          </a:r>
          <a:r>
            <a:rPr lang="en-US"/>
            <a:t>design and simulate and validate such secure enterprise network.</a:t>
          </a:r>
          <a:endParaRPr lang="en-US">
            <a:latin typeface="Calibri Light" panose="020F0302020204030204"/>
          </a:endParaRPr>
        </a:p>
      </dgm:t>
    </dgm:pt>
    <dgm:pt modelId="{D9543249-99AC-4BC1-AB59-4A6D798FF4C7}" type="parTrans" cxnId="{C80FB535-0D27-4217-B3FA-12C57B47F3BF}">
      <dgm:prSet/>
      <dgm:spPr/>
      <dgm:t>
        <a:bodyPr/>
        <a:lstStyle/>
        <a:p>
          <a:endParaRPr lang="en-US"/>
        </a:p>
      </dgm:t>
    </dgm:pt>
    <dgm:pt modelId="{6D755F42-ABEA-4D4D-ABF8-6928AD5395E4}" type="sibTrans" cxnId="{C80FB535-0D27-4217-B3FA-12C57B47F3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781DEA5-9780-4B7A-9523-3F9731771FA6}" type="pres">
      <dgm:prSet presAssocID="{BFC26F3D-1A76-4243-B434-71644D554203}" presName="root" presStyleCnt="0">
        <dgm:presLayoutVars>
          <dgm:dir/>
          <dgm:resizeHandles val="exact"/>
        </dgm:presLayoutVars>
      </dgm:prSet>
      <dgm:spPr/>
    </dgm:pt>
    <dgm:pt modelId="{1E1522D1-E554-4D7E-A15C-31FD5F672E16}" type="pres">
      <dgm:prSet presAssocID="{BFC26F3D-1A76-4243-B434-71644D554203}" presName="container" presStyleCnt="0">
        <dgm:presLayoutVars>
          <dgm:dir/>
          <dgm:resizeHandles val="exact"/>
        </dgm:presLayoutVars>
      </dgm:prSet>
      <dgm:spPr/>
    </dgm:pt>
    <dgm:pt modelId="{080C4796-2573-417A-ADE8-2EB79D72298F}" type="pres">
      <dgm:prSet presAssocID="{7A112FBC-70C5-426C-B838-6D817F19721A}" presName="compNode" presStyleCnt="0"/>
      <dgm:spPr/>
    </dgm:pt>
    <dgm:pt modelId="{584F0C15-D0CE-452A-8427-C29558B44917}" type="pres">
      <dgm:prSet presAssocID="{7A112FBC-70C5-426C-B838-6D817F19721A}" presName="iconBgRect" presStyleLbl="bgShp" presStyleIdx="0" presStyleCnt="4"/>
      <dgm:spPr/>
    </dgm:pt>
    <dgm:pt modelId="{3F27A0D8-20FA-464D-BF7F-28FE10FFBC2F}" type="pres">
      <dgm:prSet presAssocID="{7A112FBC-70C5-426C-B838-6D817F19721A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 Network"/>
        </a:ext>
      </dgm:extLst>
    </dgm:pt>
    <dgm:pt modelId="{DC48CFA2-9F48-4AE1-85F9-6B366741C901}" type="pres">
      <dgm:prSet presAssocID="{7A112FBC-70C5-426C-B838-6D817F19721A}" presName="spaceRect" presStyleCnt="0"/>
      <dgm:spPr/>
    </dgm:pt>
    <dgm:pt modelId="{EDAE07DE-0DFB-4A25-82B5-4343D8E7AFFF}" type="pres">
      <dgm:prSet presAssocID="{7A112FBC-70C5-426C-B838-6D817F19721A}" presName="textRect" presStyleLbl="revTx" presStyleIdx="0" presStyleCnt="4">
        <dgm:presLayoutVars>
          <dgm:chMax val="1"/>
          <dgm:chPref val="1"/>
        </dgm:presLayoutVars>
      </dgm:prSet>
      <dgm:spPr/>
    </dgm:pt>
    <dgm:pt modelId="{41158AEB-7594-45F8-B54F-E453355FE496}" type="pres">
      <dgm:prSet presAssocID="{9E6E8DF9-C19D-4C0E-AADA-68AB1DA4B6CA}" presName="sibTrans" presStyleLbl="sibTrans2D1" presStyleIdx="0" presStyleCnt="0"/>
      <dgm:spPr/>
    </dgm:pt>
    <dgm:pt modelId="{B3835701-0E28-43A3-BBDB-4871975C1B71}" type="pres">
      <dgm:prSet presAssocID="{A0D07C3D-42C9-4396-9678-0F842EF20F71}" presName="compNode" presStyleCnt="0"/>
      <dgm:spPr/>
    </dgm:pt>
    <dgm:pt modelId="{974A6ABA-2F13-4219-9887-99A481102697}" type="pres">
      <dgm:prSet presAssocID="{A0D07C3D-42C9-4396-9678-0F842EF20F71}" presName="iconBgRect" presStyleLbl="bgShp" presStyleIdx="1" presStyleCnt="4"/>
      <dgm:spPr/>
    </dgm:pt>
    <dgm:pt modelId="{63703E1F-79BD-4AE2-8260-5E3F038D494D}" type="pres">
      <dgm:prSet presAssocID="{A0D07C3D-42C9-4396-9678-0F842EF20F71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nections"/>
        </a:ext>
      </dgm:extLst>
    </dgm:pt>
    <dgm:pt modelId="{BF3EDB1A-672B-4951-830F-C51CE5C49A0B}" type="pres">
      <dgm:prSet presAssocID="{A0D07C3D-42C9-4396-9678-0F842EF20F71}" presName="spaceRect" presStyleCnt="0"/>
      <dgm:spPr/>
    </dgm:pt>
    <dgm:pt modelId="{260CB683-6B69-4009-B890-B86B7F452274}" type="pres">
      <dgm:prSet presAssocID="{A0D07C3D-42C9-4396-9678-0F842EF20F71}" presName="textRect" presStyleLbl="revTx" presStyleIdx="1" presStyleCnt="4">
        <dgm:presLayoutVars>
          <dgm:chMax val="1"/>
          <dgm:chPref val="1"/>
        </dgm:presLayoutVars>
      </dgm:prSet>
      <dgm:spPr/>
    </dgm:pt>
    <dgm:pt modelId="{7E696223-1205-4ED0-913D-9309CF6AF60D}" type="pres">
      <dgm:prSet presAssocID="{94DE9B28-24C9-470B-A2CC-81C43BAA7C58}" presName="sibTrans" presStyleLbl="sibTrans2D1" presStyleIdx="0" presStyleCnt="0"/>
      <dgm:spPr/>
    </dgm:pt>
    <dgm:pt modelId="{65360EE0-6992-4D00-A581-E474D09C7603}" type="pres">
      <dgm:prSet presAssocID="{FD290057-C2BB-4DB3-BA6E-C177FD72ACB3}" presName="compNode" presStyleCnt="0"/>
      <dgm:spPr/>
    </dgm:pt>
    <dgm:pt modelId="{37949672-66BC-4276-8FD5-3B7F4263A4D3}" type="pres">
      <dgm:prSet presAssocID="{FD290057-C2BB-4DB3-BA6E-C177FD72ACB3}" presName="iconBgRect" presStyleLbl="bgShp" presStyleIdx="2" presStyleCnt="4"/>
      <dgm:spPr/>
    </dgm:pt>
    <dgm:pt modelId="{CF0A9BE5-8981-48EB-ADA4-CA54E9DBC216}" type="pres">
      <dgm:prSet presAssocID="{FD290057-C2BB-4DB3-BA6E-C177FD72ACB3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D1FF3A2-5A67-4D71-84EF-ED8644B0BA64}" type="pres">
      <dgm:prSet presAssocID="{FD290057-C2BB-4DB3-BA6E-C177FD72ACB3}" presName="spaceRect" presStyleCnt="0"/>
      <dgm:spPr/>
    </dgm:pt>
    <dgm:pt modelId="{1A6FDD93-1601-434A-94DA-02D428AE1C10}" type="pres">
      <dgm:prSet presAssocID="{FD290057-C2BB-4DB3-BA6E-C177FD72ACB3}" presName="textRect" presStyleLbl="revTx" presStyleIdx="2" presStyleCnt="4">
        <dgm:presLayoutVars>
          <dgm:chMax val="1"/>
          <dgm:chPref val="1"/>
        </dgm:presLayoutVars>
      </dgm:prSet>
      <dgm:spPr/>
    </dgm:pt>
    <dgm:pt modelId="{B3BBD501-D0B0-48A0-987E-2CA16B8E3E86}" type="pres">
      <dgm:prSet presAssocID="{1A82F176-37A3-47E3-B1DB-EA6096E77F44}" presName="sibTrans" presStyleLbl="sibTrans2D1" presStyleIdx="0" presStyleCnt="0"/>
      <dgm:spPr/>
    </dgm:pt>
    <dgm:pt modelId="{E35815C4-24EB-4A55-905B-F101B19B5600}" type="pres">
      <dgm:prSet presAssocID="{30EC01A1-84EE-4878-A45D-D2D7AD56EE8F}" presName="compNode" presStyleCnt="0"/>
      <dgm:spPr/>
    </dgm:pt>
    <dgm:pt modelId="{B04C559F-B695-4C83-AFCB-B4A29CA28320}" type="pres">
      <dgm:prSet presAssocID="{30EC01A1-84EE-4878-A45D-D2D7AD56EE8F}" presName="iconBgRect" presStyleLbl="bgShp" presStyleIdx="3" presStyleCnt="4"/>
      <dgm:spPr/>
    </dgm:pt>
    <dgm:pt modelId="{F9B1CAF1-C2F3-428B-922D-5302940BEDB2}" type="pres">
      <dgm:prSet presAssocID="{30EC01A1-84EE-4878-A45D-D2D7AD56EE8F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873C2300-4209-4BF5-A8E1-60CB850D34CA}" type="pres">
      <dgm:prSet presAssocID="{30EC01A1-84EE-4878-A45D-D2D7AD56EE8F}" presName="spaceRect" presStyleCnt="0"/>
      <dgm:spPr/>
    </dgm:pt>
    <dgm:pt modelId="{9AEE2137-CC7B-4BA9-94AB-2450C6EF8EB0}" type="pres">
      <dgm:prSet presAssocID="{30EC01A1-84EE-4878-A45D-D2D7AD56EE8F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7EF04803-6DF5-4F66-BE22-89A456E184B7}" srcId="{BFC26F3D-1A76-4243-B434-71644D554203}" destId="{A0D07C3D-42C9-4396-9678-0F842EF20F71}" srcOrd="1" destOrd="0" parTransId="{34A47006-33E5-434F-9F91-71468B149A37}" sibTransId="{94DE9B28-24C9-470B-A2CC-81C43BAA7C58}"/>
    <dgm:cxn modelId="{A3F7BE18-9647-2D44-9378-1FD8F9679E67}" type="presOf" srcId="{A0D07C3D-42C9-4396-9678-0F842EF20F71}" destId="{260CB683-6B69-4009-B890-B86B7F452274}" srcOrd="0" destOrd="0" presId="urn:microsoft.com/office/officeart/2018/2/layout/IconCircleList"/>
    <dgm:cxn modelId="{E8010C19-6ECF-4AC0-9A51-C33A60E4C3B1}" srcId="{BFC26F3D-1A76-4243-B434-71644D554203}" destId="{FD290057-C2BB-4DB3-BA6E-C177FD72ACB3}" srcOrd="2" destOrd="0" parTransId="{D06E2AE9-408D-4F07-80BA-4A618DC7A3EF}" sibTransId="{1A82F176-37A3-47E3-B1DB-EA6096E77F44}"/>
    <dgm:cxn modelId="{ED799223-4958-1E47-B9F2-D7849D3A1C26}" type="presOf" srcId="{30EC01A1-84EE-4878-A45D-D2D7AD56EE8F}" destId="{9AEE2137-CC7B-4BA9-94AB-2450C6EF8EB0}" srcOrd="0" destOrd="0" presId="urn:microsoft.com/office/officeart/2018/2/layout/IconCircleList"/>
    <dgm:cxn modelId="{FDB11228-1745-184F-9928-1F7CCA624524}" type="presOf" srcId="{7A112FBC-70C5-426C-B838-6D817F19721A}" destId="{EDAE07DE-0DFB-4A25-82B5-4343D8E7AFFF}" srcOrd="0" destOrd="0" presId="urn:microsoft.com/office/officeart/2018/2/layout/IconCircleList"/>
    <dgm:cxn modelId="{673E8C2A-C9CC-40FC-B8AB-550B9616A7B6}" srcId="{BFC26F3D-1A76-4243-B434-71644D554203}" destId="{7A112FBC-70C5-426C-B838-6D817F19721A}" srcOrd="0" destOrd="0" parTransId="{10841425-42C5-4234-86D5-EAC41265B7B8}" sibTransId="{9E6E8DF9-C19D-4C0E-AADA-68AB1DA4B6CA}"/>
    <dgm:cxn modelId="{C80FB535-0D27-4217-B3FA-12C57B47F3BF}" srcId="{BFC26F3D-1A76-4243-B434-71644D554203}" destId="{30EC01A1-84EE-4878-A45D-D2D7AD56EE8F}" srcOrd="3" destOrd="0" parTransId="{D9543249-99AC-4BC1-AB59-4A6D798FF4C7}" sibTransId="{6D755F42-ABEA-4D4D-ABF8-6928AD5395E4}"/>
    <dgm:cxn modelId="{38053C46-11F6-5743-864B-D7DE57A85EC1}" type="presOf" srcId="{BFC26F3D-1A76-4243-B434-71644D554203}" destId="{1781DEA5-9780-4B7A-9523-3F9731771FA6}" srcOrd="0" destOrd="0" presId="urn:microsoft.com/office/officeart/2018/2/layout/IconCircleList"/>
    <dgm:cxn modelId="{D820C258-1E9A-CA41-83C3-C6903DAA6ECC}" type="presOf" srcId="{9E6E8DF9-C19D-4C0E-AADA-68AB1DA4B6CA}" destId="{41158AEB-7594-45F8-B54F-E453355FE496}" srcOrd="0" destOrd="0" presId="urn:microsoft.com/office/officeart/2018/2/layout/IconCircleList"/>
    <dgm:cxn modelId="{5A32C2BC-1D06-9E4D-A16B-55EFD2DFAFA3}" type="presOf" srcId="{1A82F176-37A3-47E3-B1DB-EA6096E77F44}" destId="{B3BBD501-D0B0-48A0-987E-2CA16B8E3E86}" srcOrd="0" destOrd="0" presId="urn:microsoft.com/office/officeart/2018/2/layout/IconCircleList"/>
    <dgm:cxn modelId="{A3CFD6DB-91E9-D945-BFA1-EF9C6B41E8A6}" type="presOf" srcId="{FD290057-C2BB-4DB3-BA6E-C177FD72ACB3}" destId="{1A6FDD93-1601-434A-94DA-02D428AE1C10}" srcOrd="0" destOrd="0" presId="urn:microsoft.com/office/officeart/2018/2/layout/IconCircleList"/>
    <dgm:cxn modelId="{57E9F0DC-B1C9-F74E-9721-E98A384D388F}" type="presOf" srcId="{94DE9B28-24C9-470B-A2CC-81C43BAA7C58}" destId="{7E696223-1205-4ED0-913D-9309CF6AF60D}" srcOrd="0" destOrd="0" presId="urn:microsoft.com/office/officeart/2018/2/layout/IconCircleList"/>
    <dgm:cxn modelId="{9D0625A3-2C05-0549-83FD-4EF0DB782E90}" type="presParOf" srcId="{1781DEA5-9780-4B7A-9523-3F9731771FA6}" destId="{1E1522D1-E554-4D7E-A15C-31FD5F672E16}" srcOrd="0" destOrd="0" presId="urn:microsoft.com/office/officeart/2018/2/layout/IconCircleList"/>
    <dgm:cxn modelId="{75FF395D-AFE7-5649-8957-469B82023FD6}" type="presParOf" srcId="{1E1522D1-E554-4D7E-A15C-31FD5F672E16}" destId="{080C4796-2573-417A-ADE8-2EB79D72298F}" srcOrd="0" destOrd="0" presId="urn:microsoft.com/office/officeart/2018/2/layout/IconCircleList"/>
    <dgm:cxn modelId="{ACCAB928-F79F-FA42-A9D9-908DA26FE149}" type="presParOf" srcId="{080C4796-2573-417A-ADE8-2EB79D72298F}" destId="{584F0C15-D0CE-452A-8427-C29558B44917}" srcOrd="0" destOrd="0" presId="urn:microsoft.com/office/officeart/2018/2/layout/IconCircleList"/>
    <dgm:cxn modelId="{0350DA87-0C16-C846-86C4-02233C87ADCC}" type="presParOf" srcId="{080C4796-2573-417A-ADE8-2EB79D72298F}" destId="{3F27A0D8-20FA-464D-BF7F-28FE10FFBC2F}" srcOrd="1" destOrd="0" presId="urn:microsoft.com/office/officeart/2018/2/layout/IconCircleList"/>
    <dgm:cxn modelId="{9B9E4405-6C52-F34B-AA5A-356D386B33BF}" type="presParOf" srcId="{080C4796-2573-417A-ADE8-2EB79D72298F}" destId="{DC48CFA2-9F48-4AE1-85F9-6B366741C901}" srcOrd="2" destOrd="0" presId="urn:microsoft.com/office/officeart/2018/2/layout/IconCircleList"/>
    <dgm:cxn modelId="{6F7F9CB2-3372-174E-A5B3-470A303371A0}" type="presParOf" srcId="{080C4796-2573-417A-ADE8-2EB79D72298F}" destId="{EDAE07DE-0DFB-4A25-82B5-4343D8E7AFFF}" srcOrd="3" destOrd="0" presId="urn:microsoft.com/office/officeart/2018/2/layout/IconCircleList"/>
    <dgm:cxn modelId="{2421A79B-CB86-4A4F-B0F9-A030F04A1366}" type="presParOf" srcId="{1E1522D1-E554-4D7E-A15C-31FD5F672E16}" destId="{41158AEB-7594-45F8-B54F-E453355FE496}" srcOrd="1" destOrd="0" presId="urn:microsoft.com/office/officeart/2018/2/layout/IconCircleList"/>
    <dgm:cxn modelId="{D96FC116-30EF-5844-B581-B7EB8D68551B}" type="presParOf" srcId="{1E1522D1-E554-4D7E-A15C-31FD5F672E16}" destId="{B3835701-0E28-43A3-BBDB-4871975C1B71}" srcOrd="2" destOrd="0" presId="urn:microsoft.com/office/officeart/2018/2/layout/IconCircleList"/>
    <dgm:cxn modelId="{F6EFBA8A-A002-0B49-9F61-AB5BCEDB47D2}" type="presParOf" srcId="{B3835701-0E28-43A3-BBDB-4871975C1B71}" destId="{974A6ABA-2F13-4219-9887-99A481102697}" srcOrd="0" destOrd="0" presId="urn:microsoft.com/office/officeart/2018/2/layout/IconCircleList"/>
    <dgm:cxn modelId="{35495624-3895-BA4B-A1A3-E9AC97C0457C}" type="presParOf" srcId="{B3835701-0E28-43A3-BBDB-4871975C1B71}" destId="{63703E1F-79BD-4AE2-8260-5E3F038D494D}" srcOrd="1" destOrd="0" presId="urn:microsoft.com/office/officeart/2018/2/layout/IconCircleList"/>
    <dgm:cxn modelId="{BE2ED759-C65D-EF47-B4E3-6C29C1606DF8}" type="presParOf" srcId="{B3835701-0E28-43A3-BBDB-4871975C1B71}" destId="{BF3EDB1A-672B-4951-830F-C51CE5C49A0B}" srcOrd="2" destOrd="0" presId="urn:microsoft.com/office/officeart/2018/2/layout/IconCircleList"/>
    <dgm:cxn modelId="{6DCDC6FB-969D-E049-B5A6-50195419CB02}" type="presParOf" srcId="{B3835701-0E28-43A3-BBDB-4871975C1B71}" destId="{260CB683-6B69-4009-B890-B86B7F452274}" srcOrd="3" destOrd="0" presId="urn:microsoft.com/office/officeart/2018/2/layout/IconCircleList"/>
    <dgm:cxn modelId="{C0049045-312F-B14B-9567-356555815E20}" type="presParOf" srcId="{1E1522D1-E554-4D7E-A15C-31FD5F672E16}" destId="{7E696223-1205-4ED0-913D-9309CF6AF60D}" srcOrd="3" destOrd="0" presId="urn:microsoft.com/office/officeart/2018/2/layout/IconCircleList"/>
    <dgm:cxn modelId="{A265914C-3114-0D4A-BFBA-5462C06D1AAD}" type="presParOf" srcId="{1E1522D1-E554-4D7E-A15C-31FD5F672E16}" destId="{65360EE0-6992-4D00-A581-E474D09C7603}" srcOrd="4" destOrd="0" presId="urn:microsoft.com/office/officeart/2018/2/layout/IconCircleList"/>
    <dgm:cxn modelId="{F7F41098-20C1-C34F-A0DD-D62EC5DCC3B2}" type="presParOf" srcId="{65360EE0-6992-4D00-A581-E474D09C7603}" destId="{37949672-66BC-4276-8FD5-3B7F4263A4D3}" srcOrd="0" destOrd="0" presId="urn:microsoft.com/office/officeart/2018/2/layout/IconCircleList"/>
    <dgm:cxn modelId="{025B9F5B-C4FC-654E-BEDD-36FA85182102}" type="presParOf" srcId="{65360EE0-6992-4D00-A581-E474D09C7603}" destId="{CF0A9BE5-8981-48EB-ADA4-CA54E9DBC216}" srcOrd="1" destOrd="0" presId="urn:microsoft.com/office/officeart/2018/2/layout/IconCircleList"/>
    <dgm:cxn modelId="{450439C6-CD86-4C42-8BD9-FA68AA0B7EDA}" type="presParOf" srcId="{65360EE0-6992-4D00-A581-E474D09C7603}" destId="{DD1FF3A2-5A67-4D71-84EF-ED8644B0BA64}" srcOrd="2" destOrd="0" presId="urn:microsoft.com/office/officeart/2018/2/layout/IconCircleList"/>
    <dgm:cxn modelId="{FFA528E6-BC95-E049-9095-7FF1C4A5E02B}" type="presParOf" srcId="{65360EE0-6992-4D00-A581-E474D09C7603}" destId="{1A6FDD93-1601-434A-94DA-02D428AE1C10}" srcOrd="3" destOrd="0" presId="urn:microsoft.com/office/officeart/2018/2/layout/IconCircleList"/>
    <dgm:cxn modelId="{50573511-4F0C-724B-80B0-F682110729FD}" type="presParOf" srcId="{1E1522D1-E554-4D7E-A15C-31FD5F672E16}" destId="{B3BBD501-D0B0-48A0-987E-2CA16B8E3E86}" srcOrd="5" destOrd="0" presId="urn:microsoft.com/office/officeart/2018/2/layout/IconCircleList"/>
    <dgm:cxn modelId="{401438C3-7687-BD4E-A192-B0F6302AAFD9}" type="presParOf" srcId="{1E1522D1-E554-4D7E-A15C-31FD5F672E16}" destId="{E35815C4-24EB-4A55-905B-F101B19B5600}" srcOrd="6" destOrd="0" presId="urn:microsoft.com/office/officeart/2018/2/layout/IconCircleList"/>
    <dgm:cxn modelId="{61341CBB-23DE-AC4B-A667-B46373F36A96}" type="presParOf" srcId="{E35815C4-24EB-4A55-905B-F101B19B5600}" destId="{B04C559F-B695-4C83-AFCB-B4A29CA28320}" srcOrd="0" destOrd="0" presId="urn:microsoft.com/office/officeart/2018/2/layout/IconCircleList"/>
    <dgm:cxn modelId="{8DC27829-2DD8-174A-A210-2C7415C55F22}" type="presParOf" srcId="{E35815C4-24EB-4A55-905B-F101B19B5600}" destId="{F9B1CAF1-C2F3-428B-922D-5302940BEDB2}" srcOrd="1" destOrd="0" presId="urn:microsoft.com/office/officeart/2018/2/layout/IconCircleList"/>
    <dgm:cxn modelId="{2D35F638-35F7-194E-AAB1-C956D65C0B01}" type="presParOf" srcId="{E35815C4-24EB-4A55-905B-F101B19B5600}" destId="{873C2300-4209-4BF5-A8E1-60CB850D34CA}" srcOrd="2" destOrd="0" presId="urn:microsoft.com/office/officeart/2018/2/layout/IconCircleList"/>
    <dgm:cxn modelId="{CAFA2E6B-9B02-7F44-B235-45D997EE3739}" type="presParOf" srcId="{E35815C4-24EB-4A55-905B-F101B19B5600}" destId="{9AEE2137-CC7B-4BA9-94AB-2450C6EF8EB0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E8E07A8-941A-4B16-9091-94AEF8E0FE79}" type="doc">
      <dgm:prSet loTypeId="urn:microsoft.com/office/officeart/2018/5/layout/IconLeafLabelList" loCatId="icon" qsTypeId="urn:microsoft.com/office/officeart/2005/8/quickstyle/simple1#70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0FF7B36-D080-4962-BC55-A8E2B30890E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Human Resources</a:t>
          </a:r>
        </a:p>
      </dgm:t>
    </dgm:pt>
    <dgm:pt modelId="{A7B291C3-E18F-4079-8012-C9B43EB548BE}" type="parTrans" cxnId="{FCE98630-5CA6-4A51-8C9D-97DA3B92656E}">
      <dgm:prSet/>
      <dgm:spPr/>
      <dgm:t>
        <a:bodyPr/>
        <a:lstStyle/>
        <a:p>
          <a:endParaRPr lang="en-US"/>
        </a:p>
      </dgm:t>
    </dgm:pt>
    <dgm:pt modelId="{F991BF47-C108-4387-8C13-A849BB8174A7}" type="sibTrans" cxnId="{FCE98630-5CA6-4A51-8C9D-97DA3B92656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3AD9C27-BCFC-4CA8-9DAD-7806E5CB7DB2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Finance</a:t>
          </a:r>
        </a:p>
      </dgm:t>
    </dgm:pt>
    <dgm:pt modelId="{0AD883D4-0789-4E4D-B6F7-F3B422D32A36}" type="parTrans" cxnId="{BDB980D7-7FA7-4EF1-BBE0-BFF7DBC69A27}">
      <dgm:prSet/>
      <dgm:spPr/>
      <dgm:t>
        <a:bodyPr/>
        <a:lstStyle/>
        <a:p>
          <a:endParaRPr lang="en-US"/>
        </a:p>
      </dgm:t>
    </dgm:pt>
    <dgm:pt modelId="{53E07EF3-36A5-47AF-A312-445C7395DE75}" type="sibTrans" cxnId="{BDB980D7-7FA7-4EF1-BBE0-BFF7DBC69A2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93DE91F-7707-4887-AF06-A6FE136AF266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IT support</a:t>
          </a:r>
        </a:p>
      </dgm:t>
    </dgm:pt>
    <dgm:pt modelId="{FE1E8FA2-1430-41D9-86EA-DB97D77F9AF8}" type="parTrans" cxnId="{6623DE20-7DE2-4D99-8827-AEEA4632548E}">
      <dgm:prSet/>
      <dgm:spPr/>
      <dgm:t>
        <a:bodyPr/>
        <a:lstStyle/>
        <a:p>
          <a:endParaRPr lang="en-US"/>
        </a:p>
      </dgm:t>
    </dgm:pt>
    <dgm:pt modelId="{A4429FC0-EE5B-4287-86FE-5F6E47120FC2}" type="sibTrans" cxnId="{6623DE20-7DE2-4D99-8827-AEEA4632548E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524588C0-290E-44C1-BC0F-3B01A2F553DE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Customer Service</a:t>
          </a:r>
        </a:p>
      </dgm:t>
    </dgm:pt>
    <dgm:pt modelId="{24898CA4-AAFB-4FA5-A42D-69739A42A75E}" type="parTrans" cxnId="{5DE40BD2-A2D9-4869-9D79-89503FD5A610}">
      <dgm:prSet/>
      <dgm:spPr/>
      <dgm:t>
        <a:bodyPr/>
        <a:lstStyle/>
        <a:p>
          <a:endParaRPr lang="en-US"/>
        </a:p>
      </dgm:t>
    </dgm:pt>
    <dgm:pt modelId="{AA81EFE4-140F-4978-8642-AE614F38B9D6}" type="sibTrans" cxnId="{5DE40BD2-A2D9-4869-9D79-89503FD5A61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2405164C-95E7-446D-A6A0-7B84E3E9AA3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Administration</a:t>
          </a:r>
        </a:p>
      </dgm:t>
    </dgm:pt>
    <dgm:pt modelId="{41129B52-E118-4C47-973E-69DA1E0FCAC1}" type="parTrans" cxnId="{1A3F186F-A3B8-4076-A3AC-D43A23C9E355}">
      <dgm:prSet/>
      <dgm:spPr/>
      <dgm:t>
        <a:bodyPr/>
        <a:lstStyle/>
        <a:p>
          <a:endParaRPr lang="en-US"/>
        </a:p>
      </dgm:t>
    </dgm:pt>
    <dgm:pt modelId="{94E4506D-A357-4B8C-BCB7-90A7F18186C0}" type="sibTrans" cxnId="{1A3F186F-A3B8-4076-A3AC-D43A23C9E35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B5A0375C-9ECF-4FC0-AEAE-90C4D59B531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Guest Users</a:t>
          </a:r>
        </a:p>
      </dgm:t>
    </dgm:pt>
    <dgm:pt modelId="{49AC4D59-B4E9-4B92-8C37-9DD672327280}" type="parTrans" cxnId="{5ECEA231-674D-4BE7-AE8F-526A74D8E5FD}">
      <dgm:prSet/>
      <dgm:spPr/>
      <dgm:t>
        <a:bodyPr/>
        <a:lstStyle/>
        <a:p>
          <a:endParaRPr lang="en-US"/>
        </a:p>
      </dgm:t>
    </dgm:pt>
    <dgm:pt modelId="{82246FEF-D44A-42A7-937C-793B18A4207F}" type="sibTrans" cxnId="{5ECEA231-674D-4BE7-AE8F-526A74D8E5FD}">
      <dgm:prSet/>
      <dgm:spPr/>
      <dgm:t>
        <a:bodyPr/>
        <a:lstStyle/>
        <a:p>
          <a:endParaRPr lang="en-US"/>
        </a:p>
      </dgm:t>
    </dgm:pt>
    <dgm:pt modelId="{882E3DB2-FF8E-46A1-A0D6-6A1208B67B2C}" type="pres">
      <dgm:prSet presAssocID="{0E8E07A8-941A-4B16-9091-94AEF8E0FE79}" presName="root" presStyleCnt="0">
        <dgm:presLayoutVars>
          <dgm:dir/>
          <dgm:resizeHandles val="exact"/>
        </dgm:presLayoutVars>
      </dgm:prSet>
      <dgm:spPr/>
    </dgm:pt>
    <dgm:pt modelId="{B4ED40DD-0F89-4A50-A6C9-78D455BF1030}" type="pres">
      <dgm:prSet presAssocID="{F0FF7B36-D080-4962-BC55-A8E2B30890E6}" presName="compNode" presStyleCnt="0"/>
      <dgm:spPr/>
    </dgm:pt>
    <dgm:pt modelId="{0AA567CA-F099-4669-98CB-62F91E16355C}" type="pres">
      <dgm:prSet presAssocID="{F0FF7B36-D080-4962-BC55-A8E2B30890E6}" presName="iconBgRect" presStyleLbl="bgShp" presStyleIdx="0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566C68FF-457C-467D-A694-E536E695087A}" type="pres">
      <dgm:prSet presAssocID="{F0FF7B36-D080-4962-BC55-A8E2B30890E6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ycle with People"/>
        </a:ext>
      </dgm:extLst>
    </dgm:pt>
    <dgm:pt modelId="{9DB63970-45E5-4388-93A0-A5AF2D45AD25}" type="pres">
      <dgm:prSet presAssocID="{F0FF7B36-D080-4962-BC55-A8E2B30890E6}" presName="spaceRect" presStyleCnt="0"/>
      <dgm:spPr/>
    </dgm:pt>
    <dgm:pt modelId="{4A984B80-5131-48E7-A203-558E485BA211}" type="pres">
      <dgm:prSet presAssocID="{F0FF7B36-D080-4962-BC55-A8E2B30890E6}" presName="textRect" presStyleLbl="revTx" presStyleIdx="0" presStyleCnt="6">
        <dgm:presLayoutVars>
          <dgm:chMax val="1"/>
          <dgm:chPref val="1"/>
        </dgm:presLayoutVars>
      </dgm:prSet>
      <dgm:spPr/>
    </dgm:pt>
    <dgm:pt modelId="{9F91E9C6-C250-4F37-B73A-3F5D55677DCD}" type="pres">
      <dgm:prSet presAssocID="{F991BF47-C108-4387-8C13-A849BB8174A7}" presName="sibTrans" presStyleCnt="0"/>
      <dgm:spPr/>
    </dgm:pt>
    <dgm:pt modelId="{E7EA9002-AC66-40EA-B1C6-E5E619C70D61}" type="pres">
      <dgm:prSet presAssocID="{73AD9C27-BCFC-4CA8-9DAD-7806E5CB7DB2}" presName="compNode" presStyleCnt="0"/>
      <dgm:spPr/>
    </dgm:pt>
    <dgm:pt modelId="{9D233AFA-4542-480E-AED4-53A6FB1B97DC}" type="pres">
      <dgm:prSet presAssocID="{73AD9C27-BCFC-4CA8-9DAD-7806E5CB7DB2}" presName="iconBgRect" presStyleLbl="bgShp" presStyleIdx="1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0B528FE5-20F4-4B30-A488-88812EFB719F}" type="pres">
      <dgm:prSet presAssocID="{73AD9C27-BCFC-4CA8-9DAD-7806E5CB7DB2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3A405B25-3157-405A-8759-7B94073D62EC}" type="pres">
      <dgm:prSet presAssocID="{73AD9C27-BCFC-4CA8-9DAD-7806E5CB7DB2}" presName="spaceRect" presStyleCnt="0"/>
      <dgm:spPr/>
    </dgm:pt>
    <dgm:pt modelId="{1413F771-43DE-46E6-9FD7-67EA3C4CBA3A}" type="pres">
      <dgm:prSet presAssocID="{73AD9C27-BCFC-4CA8-9DAD-7806E5CB7DB2}" presName="textRect" presStyleLbl="revTx" presStyleIdx="1" presStyleCnt="6">
        <dgm:presLayoutVars>
          <dgm:chMax val="1"/>
          <dgm:chPref val="1"/>
        </dgm:presLayoutVars>
      </dgm:prSet>
      <dgm:spPr/>
    </dgm:pt>
    <dgm:pt modelId="{0491156D-4F40-4BD9-A3CE-E55F453FCB3F}" type="pres">
      <dgm:prSet presAssocID="{53E07EF3-36A5-47AF-A312-445C7395DE75}" presName="sibTrans" presStyleCnt="0"/>
      <dgm:spPr/>
    </dgm:pt>
    <dgm:pt modelId="{A37BF4F9-D45B-49AC-BFEE-A0B86E9A60C4}" type="pres">
      <dgm:prSet presAssocID="{393DE91F-7707-4887-AF06-A6FE136AF266}" presName="compNode" presStyleCnt="0"/>
      <dgm:spPr/>
    </dgm:pt>
    <dgm:pt modelId="{4546D840-5039-4B22-ACC7-70E64E9D01FE}" type="pres">
      <dgm:prSet presAssocID="{393DE91F-7707-4887-AF06-A6FE136AF266}" presName="iconBgRect" presStyleLbl="bgShp" presStyleIdx="2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18742661-8DCC-49AB-84FD-C19C95DE0085}" type="pres">
      <dgm:prSet presAssocID="{393DE91F-7707-4887-AF06-A6FE136AF266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ll center"/>
        </a:ext>
      </dgm:extLst>
    </dgm:pt>
    <dgm:pt modelId="{61213C1D-44D7-4DD9-93DB-4ABCAA977D89}" type="pres">
      <dgm:prSet presAssocID="{393DE91F-7707-4887-AF06-A6FE136AF266}" presName="spaceRect" presStyleCnt="0"/>
      <dgm:spPr/>
    </dgm:pt>
    <dgm:pt modelId="{FF0509D7-5B45-4F9C-BA12-D74DAF07656C}" type="pres">
      <dgm:prSet presAssocID="{393DE91F-7707-4887-AF06-A6FE136AF266}" presName="textRect" presStyleLbl="revTx" presStyleIdx="2" presStyleCnt="6">
        <dgm:presLayoutVars>
          <dgm:chMax val="1"/>
          <dgm:chPref val="1"/>
        </dgm:presLayoutVars>
      </dgm:prSet>
      <dgm:spPr/>
    </dgm:pt>
    <dgm:pt modelId="{68138224-6990-4A85-A4A8-F2EFE58F637A}" type="pres">
      <dgm:prSet presAssocID="{A4429FC0-EE5B-4287-86FE-5F6E47120FC2}" presName="sibTrans" presStyleCnt="0"/>
      <dgm:spPr/>
    </dgm:pt>
    <dgm:pt modelId="{6CA8B270-3DBB-47F8-BE90-A46EF15D7195}" type="pres">
      <dgm:prSet presAssocID="{524588C0-290E-44C1-BC0F-3B01A2F553DE}" presName="compNode" presStyleCnt="0"/>
      <dgm:spPr/>
    </dgm:pt>
    <dgm:pt modelId="{101A65A0-A48D-400E-B11F-D4D4EDADF305}" type="pres">
      <dgm:prSet presAssocID="{524588C0-290E-44C1-BC0F-3B01A2F553DE}" presName="iconBgRect" presStyleLbl="bgShp" presStyleIdx="3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29F2A9BB-ECDD-43CF-A669-5CB0020425B8}" type="pres">
      <dgm:prSet presAssocID="{524588C0-290E-44C1-BC0F-3B01A2F553DE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7C84052-A3FF-4CBA-9F55-F63F1E9BC946}" type="pres">
      <dgm:prSet presAssocID="{524588C0-290E-44C1-BC0F-3B01A2F553DE}" presName="spaceRect" presStyleCnt="0"/>
      <dgm:spPr/>
    </dgm:pt>
    <dgm:pt modelId="{73A1689B-D887-42C3-9BCF-F27D0EA81D77}" type="pres">
      <dgm:prSet presAssocID="{524588C0-290E-44C1-BC0F-3B01A2F553DE}" presName="textRect" presStyleLbl="revTx" presStyleIdx="3" presStyleCnt="6">
        <dgm:presLayoutVars>
          <dgm:chMax val="1"/>
          <dgm:chPref val="1"/>
        </dgm:presLayoutVars>
      </dgm:prSet>
      <dgm:spPr/>
    </dgm:pt>
    <dgm:pt modelId="{80C86E7E-64B7-45B7-B1A3-7F37595B3DEB}" type="pres">
      <dgm:prSet presAssocID="{AA81EFE4-140F-4978-8642-AE614F38B9D6}" presName="sibTrans" presStyleCnt="0"/>
      <dgm:spPr/>
    </dgm:pt>
    <dgm:pt modelId="{6E5F631A-A59E-4AFD-B589-37E54E434E88}" type="pres">
      <dgm:prSet presAssocID="{2405164C-95E7-446D-A6A0-7B84E3E9AA3C}" presName="compNode" presStyleCnt="0"/>
      <dgm:spPr/>
    </dgm:pt>
    <dgm:pt modelId="{323E7BE9-BA64-4D0D-A696-76EA3C9960D5}" type="pres">
      <dgm:prSet presAssocID="{2405164C-95E7-446D-A6A0-7B84E3E9AA3C}" presName="iconBgRect" presStyleLbl="bgShp" presStyleIdx="4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8B3DF2DB-0104-4E89-A70D-651B31A70B5D}" type="pres">
      <dgm:prSet presAssocID="{2405164C-95E7-446D-A6A0-7B84E3E9AA3C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B5CEE4F7-4D0D-4435-ACFA-E97B046ADAA2}" type="pres">
      <dgm:prSet presAssocID="{2405164C-95E7-446D-A6A0-7B84E3E9AA3C}" presName="spaceRect" presStyleCnt="0"/>
      <dgm:spPr/>
    </dgm:pt>
    <dgm:pt modelId="{8E96ADCC-7200-4E9D-BE9F-DF1B7FDE376D}" type="pres">
      <dgm:prSet presAssocID="{2405164C-95E7-446D-A6A0-7B84E3E9AA3C}" presName="textRect" presStyleLbl="revTx" presStyleIdx="4" presStyleCnt="6">
        <dgm:presLayoutVars>
          <dgm:chMax val="1"/>
          <dgm:chPref val="1"/>
        </dgm:presLayoutVars>
      </dgm:prSet>
      <dgm:spPr/>
    </dgm:pt>
    <dgm:pt modelId="{A2BC3297-1080-4107-8C9A-929E73043AB9}" type="pres">
      <dgm:prSet presAssocID="{94E4506D-A357-4B8C-BCB7-90A7F18186C0}" presName="sibTrans" presStyleCnt="0"/>
      <dgm:spPr/>
    </dgm:pt>
    <dgm:pt modelId="{C8A6AA47-0B9D-45C9-B033-8EA196EA30B7}" type="pres">
      <dgm:prSet presAssocID="{B5A0375C-9ECF-4FC0-AEAE-90C4D59B5319}" presName="compNode" presStyleCnt="0"/>
      <dgm:spPr/>
    </dgm:pt>
    <dgm:pt modelId="{35C69EB5-13EC-4AB7-818C-D1851907C7D1}" type="pres">
      <dgm:prSet presAssocID="{B5A0375C-9ECF-4FC0-AEAE-90C4D59B5319}" presName="iconBgRect" presStyleLbl="bgShp" presStyleIdx="5" presStyleCnt="6"/>
      <dgm:spPr>
        <a:prstGeom prst="round2DiagRect">
          <a:avLst>
            <a:gd name="adj1" fmla="val 29727"/>
            <a:gd name="adj2" fmla="val 0"/>
          </a:avLst>
        </a:prstGeom>
      </dgm:spPr>
    </dgm:pt>
    <dgm:pt modelId="{69FDB471-C0A5-4A8B-BAE0-9A43A71E22CB}" type="pres">
      <dgm:prSet presAssocID="{B5A0375C-9ECF-4FC0-AEAE-90C4D59B5319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61E16D90-4EF6-4D97-892F-239DEC16034C}" type="pres">
      <dgm:prSet presAssocID="{B5A0375C-9ECF-4FC0-AEAE-90C4D59B5319}" presName="spaceRect" presStyleCnt="0"/>
      <dgm:spPr/>
    </dgm:pt>
    <dgm:pt modelId="{8205CF66-2E50-4D8E-83D4-4681FA2F7E82}" type="pres">
      <dgm:prSet presAssocID="{B5A0375C-9ECF-4FC0-AEAE-90C4D59B5319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E68D350E-6236-2741-BF43-951947EBECC7}" type="presOf" srcId="{393DE91F-7707-4887-AF06-A6FE136AF266}" destId="{FF0509D7-5B45-4F9C-BA12-D74DAF07656C}" srcOrd="0" destOrd="0" presId="urn:microsoft.com/office/officeart/2018/5/layout/IconLeafLabelList"/>
    <dgm:cxn modelId="{6623DE20-7DE2-4D99-8827-AEEA4632548E}" srcId="{0E8E07A8-941A-4B16-9091-94AEF8E0FE79}" destId="{393DE91F-7707-4887-AF06-A6FE136AF266}" srcOrd="2" destOrd="0" parTransId="{FE1E8FA2-1430-41D9-86EA-DB97D77F9AF8}" sibTransId="{A4429FC0-EE5B-4287-86FE-5F6E47120FC2}"/>
    <dgm:cxn modelId="{FCE98630-5CA6-4A51-8C9D-97DA3B92656E}" srcId="{0E8E07A8-941A-4B16-9091-94AEF8E0FE79}" destId="{F0FF7B36-D080-4962-BC55-A8E2B30890E6}" srcOrd="0" destOrd="0" parTransId="{A7B291C3-E18F-4079-8012-C9B43EB548BE}" sibTransId="{F991BF47-C108-4387-8C13-A849BB8174A7}"/>
    <dgm:cxn modelId="{5ECEA231-674D-4BE7-AE8F-526A74D8E5FD}" srcId="{0E8E07A8-941A-4B16-9091-94AEF8E0FE79}" destId="{B5A0375C-9ECF-4FC0-AEAE-90C4D59B5319}" srcOrd="5" destOrd="0" parTransId="{49AC4D59-B4E9-4B92-8C37-9DD672327280}" sibTransId="{82246FEF-D44A-42A7-937C-793B18A4207F}"/>
    <dgm:cxn modelId="{3D36CD45-1A96-DD42-8244-E3BCEF59C9F5}" type="presOf" srcId="{F0FF7B36-D080-4962-BC55-A8E2B30890E6}" destId="{4A984B80-5131-48E7-A203-558E485BA211}" srcOrd="0" destOrd="0" presId="urn:microsoft.com/office/officeart/2018/5/layout/IconLeafLabelList"/>
    <dgm:cxn modelId="{D1232A5D-4343-AD4B-BE54-DF7FC45373A3}" type="presOf" srcId="{524588C0-290E-44C1-BC0F-3B01A2F553DE}" destId="{73A1689B-D887-42C3-9BCF-F27D0EA81D77}" srcOrd="0" destOrd="0" presId="urn:microsoft.com/office/officeart/2018/5/layout/IconLeafLabelList"/>
    <dgm:cxn modelId="{1A3F186F-A3B8-4076-A3AC-D43A23C9E355}" srcId="{0E8E07A8-941A-4B16-9091-94AEF8E0FE79}" destId="{2405164C-95E7-446D-A6A0-7B84E3E9AA3C}" srcOrd="4" destOrd="0" parTransId="{41129B52-E118-4C47-973E-69DA1E0FCAC1}" sibTransId="{94E4506D-A357-4B8C-BCB7-90A7F18186C0}"/>
    <dgm:cxn modelId="{1A9082AB-2633-9E46-9497-807BDC9C8EA1}" type="presOf" srcId="{0E8E07A8-941A-4B16-9091-94AEF8E0FE79}" destId="{882E3DB2-FF8E-46A1-A0D6-6A1208B67B2C}" srcOrd="0" destOrd="0" presId="urn:microsoft.com/office/officeart/2018/5/layout/IconLeafLabelList"/>
    <dgm:cxn modelId="{27A8F8CA-258F-B34F-A1F6-23BEC04045B1}" type="presOf" srcId="{73AD9C27-BCFC-4CA8-9DAD-7806E5CB7DB2}" destId="{1413F771-43DE-46E6-9FD7-67EA3C4CBA3A}" srcOrd="0" destOrd="0" presId="urn:microsoft.com/office/officeart/2018/5/layout/IconLeafLabelList"/>
    <dgm:cxn modelId="{5DE40BD2-A2D9-4869-9D79-89503FD5A610}" srcId="{0E8E07A8-941A-4B16-9091-94AEF8E0FE79}" destId="{524588C0-290E-44C1-BC0F-3B01A2F553DE}" srcOrd="3" destOrd="0" parTransId="{24898CA4-AAFB-4FA5-A42D-69739A42A75E}" sibTransId="{AA81EFE4-140F-4978-8642-AE614F38B9D6}"/>
    <dgm:cxn modelId="{BDB980D7-7FA7-4EF1-BBE0-BFF7DBC69A27}" srcId="{0E8E07A8-941A-4B16-9091-94AEF8E0FE79}" destId="{73AD9C27-BCFC-4CA8-9DAD-7806E5CB7DB2}" srcOrd="1" destOrd="0" parTransId="{0AD883D4-0789-4E4D-B6F7-F3B422D32A36}" sibTransId="{53E07EF3-36A5-47AF-A312-445C7395DE75}"/>
    <dgm:cxn modelId="{348EABE5-90A4-C745-9D93-0771BA073935}" type="presOf" srcId="{B5A0375C-9ECF-4FC0-AEAE-90C4D59B5319}" destId="{8205CF66-2E50-4D8E-83D4-4681FA2F7E82}" srcOrd="0" destOrd="0" presId="urn:microsoft.com/office/officeart/2018/5/layout/IconLeafLabelList"/>
    <dgm:cxn modelId="{D0FF95F8-6328-844F-A2E5-45E7E8875B0A}" type="presOf" srcId="{2405164C-95E7-446D-A6A0-7B84E3E9AA3C}" destId="{8E96ADCC-7200-4E9D-BE9F-DF1B7FDE376D}" srcOrd="0" destOrd="0" presId="urn:microsoft.com/office/officeart/2018/5/layout/IconLeafLabelList"/>
    <dgm:cxn modelId="{99090AC7-F057-9540-B8E3-6D2791357A4B}" type="presParOf" srcId="{882E3DB2-FF8E-46A1-A0D6-6A1208B67B2C}" destId="{B4ED40DD-0F89-4A50-A6C9-78D455BF1030}" srcOrd="0" destOrd="0" presId="urn:microsoft.com/office/officeart/2018/5/layout/IconLeafLabelList"/>
    <dgm:cxn modelId="{C8D083AD-8A8F-AD4B-ACB3-0A3F5D33151F}" type="presParOf" srcId="{B4ED40DD-0F89-4A50-A6C9-78D455BF1030}" destId="{0AA567CA-F099-4669-98CB-62F91E16355C}" srcOrd="0" destOrd="0" presId="urn:microsoft.com/office/officeart/2018/5/layout/IconLeafLabelList"/>
    <dgm:cxn modelId="{A1C5A3E2-227A-C94F-BB0B-57DD1E2FF058}" type="presParOf" srcId="{B4ED40DD-0F89-4A50-A6C9-78D455BF1030}" destId="{566C68FF-457C-467D-A694-E536E695087A}" srcOrd="1" destOrd="0" presId="urn:microsoft.com/office/officeart/2018/5/layout/IconLeafLabelList"/>
    <dgm:cxn modelId="{25C58E05-AF18-F04A-BA88-3605BB3AA84E}" type="presParOf" srcId="{B4ED40DD-0F89-4A50-A6C9-78D455BF1030}" destId="{9DB63970-45E5-4388-93A0-A5AF2D45AD25}" srcOrd="2" destOrd="0" presId="urn:microsoft.com/office/officeart/2018/5/layout/IconLeafLabelList"/>
    <dgm:cxn modelId="{DEAD565E-1B17-204A-9552-D9BA451BBE26}" type="presParOf" srcId="{B4ED40DD-0F89-4A50-A6C9-78D455BF1030}" destId="{4A984B80-5131-48E7-A203-558E485BA211}" srcOrd="3" destOrd="0" presId="urn:microsoft.com/office/officeart/2018/5/layout/IconLeafLabelList"/>
    <dgm:cxn modelId="{BCB70967-BBA4-744F-B599-62C5CA7BBD14}" type="presParOf" srcId="{882E3DB2-FF8E-46A1-A0D6-6A1208B67B2C}" destId="{9F91E9C6-C250-4F37-B73A-3F5D55677DCD}" srcOrd="1" destOrd="0" presId="urn:microsoft.com/office/officeart/2018/5/layout/IconLeafLabelList"/>
    <dgm:cxn modelId="{BA443513-786A-C54B-A86C-E55D724CDA83}" type="presParOf" srcId="{882E3DB2-FF8E-46A1-A0D6-6A1208B67B2C}" destId="{E7EA9002-AC66-40EA-B1C6-E5E619C70D61}" srcOrd="2" destOrd="0" presId="urn:microsoft.com/office/officeart/2018/5/layout/IconLeafLabelList"/>
    <dgm:cxn modelId="{2CB816FC-5EB7-9E45-8BCC-8BFBC8BE9C9B}" type="presParOf" srcId="{E7EA9002-AC66-40EA-B1C6-E5E619C70D61}" destId="{9D233AFA-4542-480E-AED4-53A6FB1B97DC}" srcOrd="0" destOrd="0" presId="urn:microsoft.com/office/officeart/2018/5/layout/IconLeafLabelList"/>
    <dgm:cxn modelId="{15EDD662-403B-E54A-BB05-254CAA430E35}" type="presParOf" srcId="{E7EA9002-AC66-40EA-B1C6-E5E619C70D61}" destId="{0B528FE5-20F4-4B30-A488-88812EFB719F}" srcOrd="1" destOrd="0" presId="urn:microsoft.com/office/officeart/2018/5/layout/IconLeafLabelList"/>
    <dgm:cxn modelId="{CC43CBBC-96A7-DD44-90DD-3EBDB19484A4}" type="presParOf" srcId="{E7EA9002-AC66-40EA-B1C6-E5E619C70D61}" destId="{3A405B25-3157-405A-8759-7B94073D62EC}" srcOrd="2" destOrd="0" presId="urn:microsoft.com/office/officeart/2018/5/layout/IconLeafLabelList"/>
    <dgm:cxn modelId="{F65A5669-83C6-1A40-A502-C27D72002713}" type="presParOf" srcId="{E7EA9002-AC66-40EA-B1C6-E5E619C70D61}" destId="{1413F771-43DE-46E6-9FD7-67EA3C4CBA3A}" srcOrd="3" destOrd="0" presId="urn:microsoft.com/office/officeart/2018/5/layout/IconLeafLabelList"/>
    <dgm:cxn modelId="{0DCF1C62-470E-3546-A7A8-C35C7658485F}" type="presParOf" srcId="{882E3DB2-FF8E-46A1-A0D6-6A1208B67B2C}" destId="{0491156D-4F40-4BD9-A3CE-E55F453FCB3F}" srcOrd="3" destOrd="0" presId="urn:microsoft.com/office/officeart/2018/5/layout/IconLeafLabelList"/>
    <dgm:cxn modelId="{ED268B02-1164-5943-A919-CA5530F30D32}" type="presParOf" srcId="{882E3DB2-FF8E-46A1-A0D6-6A1208B67B2C}" destId="{A37BF4F9-D45B-49AC-BFEE-A0B86E9A60C4}" srcOrd="4" destOrd="0" presId="urn:microsoft.com/office/officeart/2018/5/layout/IconLeafLabelList"/>
    <dgm:cxn modelId="{B7E6592A-BF2A-5C4A-8D44-D862F36C34BD}" type="presParOf" srcId="{A37BF4F9-D45B-49AC-BFEE-A0B86E9A60C4}" destId="{4546D840-5039-4B22-ACC7-70E64E9D01FE}" srcOrd="0" destOrd="0" presId="urn:microsoft.com/office/officeart/2018/5/layout/IconLeafLabelList"/>
    <dgm:cxn modelId="{B7F54FDA-0580-1D41-8296-0A5CAD12CADE}" type="presParOf" srcId="{A37BF4F9-D45B-49AC-BFEE-A0B86E9A60C4}" destId="{18742661-8DCC-49AB-84FD-C19C95DE0085}" srcOrd="1" destOrd="0" presId="urn:microsoft.com/office/officeart/2018/5/layout/IconLeafLabelList"/>
    <dgm:cxn modelId="{C42AFF60-F07F-704D-BB54-5EBDDCBFA153}" type="presParOf" srcId="{A37BF4F9-D45B-49AC-BFEE-A0B86E9A60C4}" destId="{61213C1D-44D7-4DD9-93DB-4ABCAA977D89}" srcOrd="2" destOrd="0" presId="urn:microsoft.com/office/officeart/2018/5/layout/IconLeafLabelList"/>
    <dgm:cxn modelId="{E4C62142-8F92-6E4D-9356-2E638EB6C796}" type="presParOf" srcId="{A37BF4F9-D45B-49AC-BFEE-A0B86E9A60C4}" destId="{FF0509D7-5B45-4F9C-BA12-D74DAF07656C}" srcOrd="3" destOrd="0" presId="urn:microsoft.com/office/officeart/2018/5/layout/IconLeafLabelList"/>
    <dgm:cxn modelId="{AC0907EB-13FE-F54D-9009-E5145C67D12B}" type="presParOf" srcId="{882E3DB2-FF8E-46A1-A0D6-6A1208B67B2C}" destId="{68138224-6990-4A85-A4A8-F2EFE58F637A}" srcOrd="5" destOrd="0" presId="urn:microsoft.com/office/officeart/2018/5/layout/IconLeafLabelList"/>
    <dgm:cxn modelId="{72C08A4E-1222-5040-AAED-F1F704B5EC42}" type="presParOf" srcId="{882E3DB2-FF8E-46A1-A0D6-6A1208B67B2C}" destId="{6CA8B270-3DBB-47F8-BE90-A46EF15D7195}" srcOrd="6" destOrd="0" presId="urn:microsoft.com/office/officeart/2018/5/layout/IconLeafLabelList"/>
    <dgm:cxn modelId="{88CFB9DC-8107-0641-B693-5C360634CF04}" type="presParOf" srcId="{6CA8B270-3DBB-47F8-BE90-A46EF15D7195}" destId="{101A65A0-A48D-400E-B11F-D4D4EDADF305}" srcOrd="0" destOrd="0" presId="urn:microsoft.com/office/officeart/2018/5/layout/IconLeafLabelList"/>
    <dgm:cxn modelId="{DBBCE8C5-1DC5-E64A-8B72-954DCBF6C262}" type="presParOf" srcId="{6CA8B270-3DBB-47F8-BE90-A46EF15D7195}" destId="{29F2A9BB-ECDD-43CF-A669-5CB0020425B8}" srcOrd="1" destOrd="0" presId="urn:microsoft.com/office/officeart/2018/5/layout/IconLeafLabelList"/>
    <dgm:cxn modelId="{20C45A78-4722-D14F-8511-AA969F6FFB28}" type="presParOf" srcId="{6CA8B270-3DBB-47F8-BE90-A46EF15D7195}" destId="{27C84052-A3FF-4CBA-9F55-F63F1E9BC946}" srcOrd="2" destOrd="0" presId="urn:microsoft.com/office/officeart/2018/5/layout/IconLeafLabelList"/>
    <dgm:cxn modelId="{20A8B580-4587-6E4F-AD16-B682636C5B99}" type="presParOf" srcId="{6CA8B270-3DBB-47F8-BE90-A46EF15D7195}" destId="{73A1689B-D887-42C3-9BCF-F27D0EA81D77}" srcOrd="3" destOrd="0" presId="urn:microsoft.com/office/officeart/2018/5/layout/IconLeafLabelList"/>
    <dgm:cxn modelId="{26D3BD42-4D6F-4645-B4CA-2C58627313F5}" type="presParOf" srcId="{882E3DB2-FF8E-46A1-A0D6-6A1208B67B2C}" destId="{80C86E7E-64B7-45B7-B1A3-7F37595B3DEB}" srcOrd="7" destOrd="0" presId="urn:microsoft.com/office/officeart/2018/5/layout/IconLeafLabelList"/>
    <dgm:cxn modelId="{FBDB85A8-89FF-104F-9CF9-BE8DAA159AF6}" type="presParOf" srcId="{882E3DB2-FF8E-46A1-A0D6-6A1208B67B2C}" destId="{6E5F631A-A59E-4AFD-B589-37E54E434E88}" srcOrd="8" destOrd="0" presId="urn:microsoft.com/office/officeart/2018/5/layout/IconLeafLabelList"/>
    <dgm:cxn modelId="{9686A640-F854-044D-8FB7-375AAEDF411E}" type="presParOf" srcId="{6E5F631A-A59E-4AFD-B589-37E54E434E88}" destId="{323E7BE9-BA64-4D0D-A696-76EA3C9960D5}" srcOrd="0" destOrd="0" presId="urn:microsoft.com/office/officeart/2018/5/layout/IconLeafLabelList"/>
    <dgm:cxn modelId="{4A991A73-B700-2642-9B62-1B75BEAB219D}" type="presParOf" srcId="{6E5F631A-A59E-4AFD-B589-37E54E434E88}" destId="{8B3DF2DB-0104-4E89-A70D-651B31A70B5D}" srcOrd="1" destOrd="0" presId="urn:microsoft.com/office/officeart/2018/5/layout/IconLeafLabelList"/>
    <dgm:cxn modelId="{5B5D4406-F0FD-8C43-8D26-F7680E29AC29}" type="presParOf" srcId="{6E5F631A-A59E-4AFD-B589-37E54E434E88}" destId="{B5CEE4F7-4D0D-4435-ACFA-E97B046ADAA2}" srcOrd="2" destOrd="0" presId="urn:microsoft.com/office/officeart/2018/5/layout/IconLeafLabelList"/>
    <dgm:cxn modelId="{7D77624D-0CF6-E049-828B-4FEE8C769AA6}" type="presParOf" srcId="{6E5F631A-A59E-4AFD-B589-37E54E434E88}" destId="{8E96ADCC-7200-4E9D-BE9F-DF1B7FDE376D}" srcOrd="3" destOrd="0" presId="urn:microsoft.com/office/officeart/2018/5/layout/IconLeafLabelList"/>
    <dgm:cxn modelId="{9FF161E1-6512-7447-80BB-CC71A8D02DC2}" type="presParOf" srcId="{882E3DB2-FF8E-46A1-A0D6-6A1208B67B2C}" destId="{A2BC3297-1080-4107-8C9A-929E73043AB9}" srcOrd="9" destOrd="0" presId="urn:microsoft.com/office/officeart/2018/5/layout/IconLeafLabelList"/>
    <dgm:cxn modelId="{9DC7A4BA-8537-DD4B-AD4E-25309C67559E}" type="presParOf" srcId="{882E3DB2-FF8E-46A1-A0D6-6A1208B67B2C}" destId="{C8A6AA47-0B9D-45C9-B033-8EA196EA30B7}" srcOrd="10" destOrd="0" presId="urn:microsoft.com/office/officeart/2018/5/layout/IconLeafLabelList"/>
    <dgm:cxn modelId="{88C638D0-2BB9-354B-9F5C-8961215B256F}" type="presParOf" srcId="{C8A6AA47-0B9D-45C9-B033-8EA196EA30B7}" destId="{35C69EB5-13EC-4AB7-818C-D1851907C7D1}" srcOrd="0" destOrd="0" presId="urn:microsoft.com/office/officeart/2018/5/layout/IconLeafLabelList"/>
    <dgm:cxn modelId="{05F8E2F7-BB46-E947-B137-DDC7603D9EBA}" type="presParOf" srcId="{C8A6AA47-0B9D-45C9-B033-8EA196EA30B7}" destId="{69FDB471-C0A5-4A8B-BAE0-9A43A71E22CB}" srcOrd="1" destOrd="0" presId="urn:microsoft.com/office/officeart/2018/5/layout/IconLeafLabelList"/>
    <dgm:cxn modelId="{C17859D0-8457-DF41-BF06-59A4EF24A933}" type="presParOf" srcId="{C8A6AA47-0B9D-45C9-B033-8EA196EA30B7}" destId="{61E16D90-4EF6-4D97-892F-239DEC16034C}" srcOrd="2" destOrd="0" presId="urn:microsoft.com/office/officeart/2018/5/layout/IconLeafLabelList"/>
    <dgm:cxn modelId="{9DE512B2-E43F-5C44-B2B7-8D173A666A87}" type="presParOf" srcId="{C8A6AA47-0B9D-45C9-B033-8EA196EA30B7}" destId="{8205CF66-2E50-4D8E-83D4-4681FA2F7E82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70A64B6-E4AB-40F6-AFB1-6C137B817881}" type="doc">
      <dgm:prSet loTypeId="urn:microsoft.com/office/officeart/2005/8/layout/default" loCatId="list" qsTypeId="urn:microsoft.com/office/officeart/2005/8/quickstyle/simple1#125" qsCatId="simple" csTypeId="urn:microsoft.com/office/officeart/2005/8/colors/colorful1#16" csCatId="colorful"/>
      <dgm:spPr/>
      <dgm:t>
        <a:bodyPr/>
        <a:lstStyle/>
        <a:p>
          <a:endParaRPr lang="en-US"/>
        </a:p>
      </dgm:t>
    </dgm:pt>
    <dgm:pt modelId="{1EBFAA8F-0FDA-4EE9-B778-71B39FE79D16}">
      <dgm:prSet/>
      <dgm:spPr/>
      <dgm:t>
        <a:bodyPr/>
        <a:lstStyle/>
        <a:p>
          <a:r>
            <a:rPr lang="en-US" b="1"/>
            <a:t>Development Methodology</a:t>
          </a:r>
          <a:endParaRPr lang="en-US"/>
        </a:p>
      </dgm:t>
    </dgm:pt>
    <dgm:pt modelId="{516CB50F-6C03-4C8E-B8BC-CBAE2272A688}" type="parTrans" cxnId="{076246DF-A5D2-463A-8DF8-B1938646E6F0}">
      <dgm:prSet/>
      <dgm:spPr/>
      <dgm:t>
        <a:bodyPr/>
        <a:lstStyle/>
        <a:p>
          <a:endParaRPr lang="en-US"/>
        </a:p>
      </dgm:t>
    </dgm:pt>
    <dgm:pt modelId="{35EF0D4D-8BBE-4635-9E79-A7D0DD145A96}" type="sibTrans" cxnId="{076246DF-A5D2-463A-8DF8-B1938646E6F0}">
      <dgm:prSet/>
      <dgm:spPr/>
      <dgm:t>
        <a:bodyPr/>
        <a:lstStyle/>
        <a:p>
          <a:endParaRPr lang="en-US"/>
        </a:p>
      </dgm:t>
    </dgm:pt>
    <dgm:pt modelId="{E09C8792-4CFD-4349-90A1-FADBD9BA5040}">
      <dgm:prSet/>
      <dgm:spPr/>
      <dgm:t>
        <a:bodyPr/>
        <a:lstStyle/>
        <a:p>
          <a:r>
            <a:rPr lang="en-US" b="1"/>
            <a:t>Phase 1</a:t>
          </a:r>
          <a:endParaRPr lang="en-US"/>
        </a:p>
      </dgm:t>
    </dgm:pt>
    <dgm:pt modelId="{0D69A220-909D-4851-8E5C-0E38217F3784}" type="parTrans" cxnId="{43A0E053-885F-44DF-A64D-CFBF86264105}">
      <dgm:prSet/>
      <dgm:spPr/>
      <dgm:t>
        <a:bodyPr/>
        <a:lstStyle/>
        <a:p>
          <a:endParaRPr lang="en-US"/>
        </a:p>
      </dgm:t>
    </dgm:pt>
    <dgm:pt modelId="{DBF65FED-3875-4D38-B569-F68065CA5AC4}" type="sibTrans" cxnId="{43A0E053-885F-44DF-A64D-CFBF86264105}">
      <dgm:prSet/>
      <dgm:spPr/>
      <dgm:t>
        <a:bodyPr/>
        <a:lstStyle/>
        <a:p>
          <a:endParaRPr lang="en-US"/>
        </a:p>
      </dgm:t>
    </dgm:pt>
    <dgm:pt modelId="{CFE69F7F-75CB-4A9F-8740-88A108894BF3}">
      <dgm:prSet/>
      <dgm:spPr/>
      <dgm:t>
        <a:bodyPr/>
        <a:lstStyle/>
        <a:p>
          <a:r>
            <a:rPr lang="en-US"/>
            <a:t>Requirement Analysis</a:t>
          </a:r>
        </a:p>
      </dgm:t>
    </dgm:pt>
    <dgm:pt modelId="{7C83876E-A404-4C9C-957D-CD3ABE2E80C7}" type="parTrans" cxnId="{D4F03925-8BEF-434F-8428-A447F21B8EAC}">
      <dgm:prSet/>
      <dgm:spPr/>
      <dgm:t>
        <a:bodyPr/>
        <a:lstStyle/>
        <a:p>
          <a:endParaRPr lang="en-US"/>
        </a:p>
      </dgm:t>
    </dgm:pt>
    <dgm:pt modelId="{2BB736C6-835E-47B1-A8B2-B9D854E86D91}" type="sibTrans" cxnId="{D4F03925-8BEF-434F-8428-A447F21B8EAC}">
      <dgm:prSet/>
      <dgm:spPr/>
      <dgm:t>
        <a:bodyPr/>
        <a:lstStyle/>
        <a:p>
          <a:endParaRPr lang="en-US"/>
        </a:p>
      </dgm:t>
    </dgm:pt>
    <dgm:pt modelId="{9FF2A95F-B7A5-4274-94FB-A2D8713F05C3}">
      <dgm:prSet/>
      <dgm:spPr/>
      <dgm:t>
        <a:bodyPr/>
        <a:lstStyle/>
        <a:p>
          <a:r>
            <a:rPr lang="en-US"/>
            <a:t>Study enterprise security requirements</a:t>
          </a:r>
        </a:p>
      </dgm:t>
    </dgm:pt>
    <dgm:pt modelId="{452E279E-D159-43B4-A66B-853C40783A9B}" type="parTrans" cxnId="{CC613456-E519-46B2-BD8E-F6682C163C19}">
      <dgm:prSet/>
      <dgm:spPr/>
      <dgm:t>
        <a:bodyPr/>
        <a:lstStyle/>
        <a:p>
          <a:endParaRPr lang="en-US"/>
        </a:p>
      </dgm:t>
    </dgm:pt>
    <dgm:pt modelId="{DC7066C5-2127-4A55-9C51-1F14C5F1E519}" type="sibTrans" cxnId="{CC613456-E519-46B2-BD8E-F6682C163C19}">
      <dgm:prSet/>
      <dgm:spPr/>
      <dgm:t>
        <a:bodyPr/>
        <a:lstStyle/>
        <a:p>
          <a:endParaRPr lang="en-US"/>
        </a:p>
      </dgm:t>
    </dgm:pt>
    <dgm:pt modelId="{FFA0ECB7-4A34-425C-B5E8-06B969D2C047}">
      <dgm:prSet/>
      <dgm:spPr/>
      <dgm:t>
        <a:bodyPr/>
        <a:lstStyle/>
        <a:p>
          <a:r>
            <a:rPr lang="en-US" b="1"/>
            <a:t>Phase 2</a:t>
          </a:r>
          <a:endParaRPr lang="en-US"/>
        </a:p>
      </dgm:t>
    </dgm:pt>
    <dgm:pt modelId="{141951FF-3B3D-4C2C-B987-937403950AEE}" type="parTrans" cxnId="{8D01B101-2983-48DB-A644-8A1E58A28500}">
      <dgm:prSet/>
      <dgm:spPr/>
      <dgm:t>
        <a:bodyPr/>
        <a:lstStyle/>
        <a:p>
          <a:endParaRPr lang="en-US"/>
        </a:p>
      </dgm:t>
    </dgm:pt>
    <dgm:pt modelId="{FE322D9E-A029-42F0-84C0-DF450958AEB9}" type="sibTrans" cxnId="{8D01B101-2983-48DB-A644-8A1E58A28500}">
      <dgm:prSet/>
      <dgm:spPr/>
      <dgm:t>
        <a:bodyPr/>
        <a:lstStyle/>
        <a:p>
          <a:endParaRPr lang="en-US"/>
        </a:p>
      </dgm:t>
    </dgm:pt>
    <dgm:pt modelId="{BA1A1680-423B-4FBE-8D08-72C1511F38EC}">
      <dgm:prSet/>
      <dgm:spPr/>
      <dgm:t>
        <a:bodyPr/>
        <a:lstStyle/>
        <a:p>
          <a:r>
            <a:rPr lang="en-US"/>
            <a:t>Network Design</a:t>
          </a:r>
        </a:p>
      </dgm:t>
    </dgm:pt>
    <dgm:pt modelId="{1E4E2F44-5670-4677-BD74-10A9A1E65728}" type="parTrans" cxnId="{A43ABF18-F3D7-4284-B826-B0B4CBD37F0A}">
      <dgm:prSet/>
      <dgm:spPr/>
      <dgm:t>
        <a:bodyPr/>
        <a:lstStyle/>
        <a:p>
          <a:endParaRPr lang="en-US"/>
        </a:p>
      </dgm:t>
    </dgm:pt>
    <dgm:pt modelId="{6B4BE96B-9EA9-4346-B605-190A2A89EAA1}" type="sibTrans" cxnId="{A43ABF18-F3D7-4284-B826-B0B4CBD37F0A}">
      <dgm:prSet/>
      <dgm:spPr/>
      <dgm:t>
        <a:bodyPr/>
        <a:lstStyle/>
        <a:p>
          <a:endParaRPr lang="en-US"/>
        </a:p>
      </dgm:t>
    </dgm:pt>
    <dgm:pt modelId="{A71BDF59-BFAE-4B95-A275-5C2B8DB65CAB}">
      <dgm:prSet/>
      <dgm:spPr/>
      <dgm:t>
        <a:bodyPr/>
        <a:lstStyle/>
        <a:p>
          <a:r>
            <a:rPr lang="en-US"/>
            <a:t>VLAN planning</a:t>
          </a:r>
        </a:p>
      </dgm:t>
    </dgm:pt>
    <dgm:pt modelId="{B14DFBDA-7AB3-4EB1-9D53-7BFFE47B719D}" type="parTrans" cxnId="{A921061A-6430-4DE0-BB18-1296EBEA9EFF}">
      <dgm:prSet/>
      <dgm:spPr/>
      <dgm:t>
        <a:bodyPr/>
        <a:lstStyle/>
        <a:p>
          <a:endParaRPr lang="en-US"/>
        </a:p>
      </dgm:t>
    </dgm:pt>
    <dgm:pt modelId="{02D1A834-AEFF-4F51-810E-FE6586B794B4}" type="sibTrans" cxnId="{A921061A-6430-4DE0-BB18-1296EBEA9EFF}">
      <dgm:prSet/>
      <dgm:spPr/>
      <dgm:t>
        <a:bodyPr/>
        <a:lstStyle/>
        <a:p>
          <a:endParaRPr lang="en-US"/>
        </a:p>
      </dgm:t>
    </dgm:pt>
    <dgm:pt modelId="{EDA14FC0-BB68-4696-9AE8-F6F43ADD8CA9}">
      <dgm:prSet/>
      <dgm:spPr/>
      <dgm:t>
        <a:bodyPr/>
        <a:lstStyle/>
        <a:p>
          <a:r>
            <a:rPr lang="en-US"/>
            <a:t>IP addressing</a:t>
          </a:r>
        </a:p>
      </dgm:t>
    </dgm:pt>
    <dgm:pt modelId="{991035CA-9F2B-49C7-97E6-94B70FB9297F}" type="parTrans" cxnId="{3E6014CF-F035-4C7D-8EEC-32F09AAAA8AC}">
      <dgm:prSet/>
      <dgm:spPr/>
      <dgm:t>
        <a:bodyPr/>
        <a:lstStyle/>
        <a:p>
          <a:endParaRPr lang="en-US"/>
        </a:p>
      </dgm:t>
    </dgm:pt>
    <dgm:pt modelId="{71E186E1-5C0C-4CC5-83F8-A8C93B623333}" type="sibTrans" cxnId="{3E6014CF-F035-4C7D-8EEC-32F09AAAA8AC}">
      <dgm:prSet/>
      <dgm:spPr/>
      <dgm:t>
        <a:bodyPr/>
        <a:lstStyle/>
        <a:p>
          <a:endParaRPr lang="en-US"/>
        </a:p>
      </dgm:t>
    </dgm:pt>
    <dgm:pt modelId="{97724529-EAD5-4CB9-836D-EDAFFBCD2719}">
      <dgm:prSet/>
      <dgm:spPr/>
      <dgm:t>
        <a:bodyPr/>
        <a:lstStyle/>
        <a:p>
          <a:r>
            <a:rPr lang="en-US" b="1"/>
            <a:t>Phase 3</a:t>
          </a:r>
          <a:endParaRPr lang="en-US"/>
        </a:p>
      </dgm:t>
    </dgm:pt>
    <dgm:pt modelId="{646E7DA1-1C8B-42F5-BD4E-DBB51F3D2B3C}" type="parTrans" cxnId="{3B0E8D06-88C8-445B-8FED-332E156AE4A2}">
      <dgm:prSet/>
      <dgm:spPr/>
      <dgm:t>
        <a:bodyPr/>
        <a:lstStyle/>
        <a:p>
          <a:endParaRPr lang="en-US"/>
        </a:p>
      </dgm:t>
    </dgm:pt>
    <dgm:pt modelId="{D78DD178-B8EB-4B3B-8B63-3D373912600D}" type="sibTrans" cxnId="{3B0E8D06-88C8-445B-8FED-332E156AE4A2}">
      <dgm:prSet/>
      <dgm:spPr/>
      <dgm:t>
        <a:bodyPr/>
        <a:lstStyle/>
        <a:p>
          <a:endParaRPr lang="en-US"/>
        </a:p>
      </dgm:t>
    </dgm:pt>
    <dgm:pt modelId="{A74F52B5-D124-42EF-A7AA-AED8A46DD034}">
      <dgm:prSet/>
      <dgm:spPr/>
      <dgm:t>
        <a:bodyPr/>
        <a:lstStyle/>
        <a:p>
          <a:r>
            <a:rPr lang="en-US"/>
            <a:t>Implementation</a:t>
          </a:r>
        </a:p>
      </dgm:t>
    </dgm:pt>
    <dgm:pt modelId="{59042087-D1F1-444A-8D39-B40893A7DA10}" type="parTrans" cxnId="{9D8A2C95-B404-40A7-A9B9-CBDD0A23E1FA}">
      <dgm:prSet/>
      <dgm:spPr/>
      <dgm:t>
        <a:bodyPr/>
        <a:lstStyle/>
        <a:p>
          <a:endParaRPr lang="en-US"/>
        </a:p>
      </dgm:t>
    </dgm:pt>
    <dgm:pt modelId="{851B431B-2DF5-40FB-A904-A187545174C2}" type="sibTrans" cxnId="{9D8A2C95-B404-40A7-A9B9-CBDD0A23E1FA}">
      <dgm:prSet/>
      <dgm:spPr/>
      <dgm:t>
        <a:bodyPr/>
        <a:lstStyle/>
        <a:p>
          <a:endParaRPr lang="en-US"/>
        </a:p>
      </dgm:t>
    </dgm:pt>
    <dgm:pt modelId="{3E86F1D4-FFD3-4B74-913C-812BE85AB046}">
      <dgm:prSet/>
      <dgm:spPr/>
      <dgm:t>
        <a:bodyPr/>
        <a:lstStyle/>
        <a:p>
          <a:r>
            <a:rPr lang="en-US"/>
            <a:t>Configure routers</a:t>
          </a:r>
        </a:p>
      </dgm:t>
    </dgm:pt>
    <dgm:pt modelId="{252B7C22-0937-4BCD-84DF-90879C8F752A}" type="parTrans" cxnId="{D2202D70-83D7-4991-BC62-96D2BD17977B}">
      <dgm:prSet/>
      <dgm:spPr/>
      <dgm:t>
        <a:bodyPr/>
        <a:lstStyle/>
        <a:p>
          <a:endParaRPr lang="en-US"/>
        </a:p>
      </dgm:t>
    </dgm:pt>
    <dgm:pt modelId="{A5F793E5-2E0F-45CE-B837-4D3A71C60BC6}" type="sibTrans" cxnId="{D2202D70-83D7-4991-BC62-96D2BD17977B}">
      <dgm:prSet/>
      <dgm:spPr/>
      <dgm:t>
        <a:bodyPr/>
        <a:lstStyle/>
        <a:p>
          <a:endParaRPr lang="en-US"/>
        </a:p>
      </dgm:t>
    </dgm:pt>
    <dgm:pt modelId="{1F3D887A-FFAD-4D15-A02F-D1D56083A18E}">
      <dgm:prSet/>
      <dgm:spPr/>
      <dgm:t>
        <a:bodyPr/>
        <a:lstStyle/>
        <a:p>
          <a:r>
            <a:rPr lang="en-US"/>
            <a:t>Configure switches</a:t>
          </a:r>
        </a:p>
      </dgm:t>
    </dgm:pt>
    <dgm:pt modelId="{5E3AE692-7E75-410A-BFAB-63E87507315F}" type="parTrans" cxnId="{3079C124-862C-46EA-9663-89D3F4C67182}">
      <dgm:prSet/>
      <dgm:spPr/>
      <dgm:t>
        <a:bodyPr/>
        <a:lstStyle/>
        <a:p>
          <a:endParaRPr lang="en-US"/>
        </a:p>
      </dgm:t>
    </dgm:pt>
    <dgm:pt modelId="{8001F8BD-FAAB-477C-9418-DA30967E6759}" type="sibTrans" cxnId="{3079C124-862C-46EA-9663-89D3F4C67182}">
      <dgm:prSet/>
      <dgm:spPr/>
      <dgm:t>
        <a:bodyPr/>
        <a:lstStyle/>
        <a:p>
          <a:endParaRPr lang="en-US"/>
        </a:p>
      </dgm:t>
    </dgm:pt>
    <dgm:pt modelId="{E7D1846B-0EB6-4F91-BE23-0183910FE8A4}">
      <dgm:prSet/>
      <dgm:spPr/>
      <dgm:t>
        <a:bodyPr/>
        <a:lstStyle/>
        <a:p>
          <a:r>
            <a:rPr lang="en-US"/>
            <a:t>Configure servers</a:t>
          </a:r>
        </a:p>
      </dgm:t>
    </dgm:pt>
    <dgm:pt modelId="{E40A6A23-A5D5-4C37-9943-4BD97E51EB0E}" type="parTrans" cxnId="{CEB6A1F6-F9B9-49BC-8846-156ABD25E6E3}">
      <dgm:prSet/>
      <dgm:spPr/>
      <dgm:t>
        <a:bodyPr/>
        <a:lstStyle/>
        <a:p>
          <a:endParaRPr lang="en-US"/>
        </a:p>
      </dgm:t>
    </dgm:pt>
    <dgm:pt modelId="{FAADEC62-3A83-4ECA-A8DB-AD94E1CAB6C8}" type="sibTrans" cxnId="{CEB6A1F6-F9B9-49BC-8846-156ABD25E6E3}">
      <dgm:prSet/>
      <dgm:spPr/>
      <dgm:t>
        <a:bodyPr/>
        <a:lstStyle/>
        <a:p>
          <a:endParaRPr lang="en-US"/>
        </a:p>
      </dgm:t>
    </dgm:pt>
    <dgm:pt modelId="{14A875EA-9874-4FF5-BF54-C001575D5CDB}">
      <dgm:prSet/>
      <dgm:spPr/>
      <dgm:t>
        <a:bodyPr/>
        <a:lstStyle/>
        <a:p>
          <a:r>
            <a:rPr lang="en-US" b="1"/>
            <a:t>Phase 4</a:t>
          </a:r>
          <a:endParaRPr lang="en-US"/>
        </a:p>
      </dgm:t>
    </dgm:pt>
    <dgm:pt modelId="{13B136E5-6305-453E-BD38-361F3518B1E2}" type="parTrans" cxnId="{7E5E565C-28DB-4FCB-B918-946B02CD1F39}">
      <dgm:prSet/>
      <dgm:spPr/>
      <dgm:t>
        <a:bodyPr/>
        <a:lstStyle/>
        <a:p>
          <a:endParaRPr lang="en-US"/>
        </a:p>
      </dgm:t>
    </dgm:pt>
    <dgm:pt modelId="{58C40C50-CC96-40C0-B460-734BC4850C76}" type="sibTrans" cxnId="{7E5E565C-28DB-4FCB-B918-946B02CD1F39}">
      <dgm:prSet/>
      <dgm:spPr/>
      <dgm:t>
        <a:bodyPr/>
        <a:lstStyle/>
        <a:p>
          <a:endParaRPr lang="en-US"/>
        </a:p>
      </dgm:t>
    </dgm:pt>
    <dgm:pt modelId="{2121B18B-CBFB-4B9C-98DC-25AF5B756E9B}">
      <dgm:prSet/>
      <dgm:spPr/>
      <dgm:t>
        <a:bodyPr/>
        <a:lstStyle/>
        <a:p>
          <a:r>
            <a:rPr lang="en-US"/>
            <a:t>Security Configuration</a:t>
          </a:r>
        </a:p>
      </dgm:t>
    </dgm:pt>
    <dgm:pt modelId="{152369AE-6CAB-41B2-AA8F-6BC63DD99714}" type="parTrans" cxnId="{52859AE3-4E4B-4ED5-8208-FEF361C8001B}">
      <dgm:prSet/>
      <dgm:spPr/>
      <dgm:t>
        <a:bodyPr/>
        <a:lstStyle/>
        <a:p>
          <a:endParaRPr lang="en-US"/>
        </a:p>
      </dgm:t>
    </dgm:pt>
    <dgm:pt modelId="{D5339935-EF27-40C9-916C-194256DDAE26}" type="sibTrans" cxnId="{52859AE3-4E4B-4ED5-8208-FEF361C8001B}">
      <dgm:prSet/>
      <dgm:spPr/>
      <dgm:t>
        <a:bodyPr/>
        <a:lstStyle/>
        <a:p>
          <a:endParaRPr lang="en-US"/>
        </a:p>
      </dgm:t>
    </dgm:pt>
    <dgm:pt modelId="{BD1940CD-5A32-451F-B2CC-288D6E727700}">
      <dgm:prSet/>
      <dgm:spPr/>
      <dgm:t>
        <a:bodyPr/>
        <a:lstStyle/>
        <a:p>
          <a:r>
            <a:rPr lang="en-US"/>
            <a:t>ACL</a:t>
          </a:r>
        </a:p>
      </dgm:t>
    </dgm:pt>
    <dgm:pt modelId="{F87AAD81-1165-42B2-AB91-4599E088FEB7}" type="parTrans" cxnId="{55D033CD-4016-42C8-8CED-E8DF73538EC3}">
      <dgm:prSet/>
      <dgm:spPr/>
      <dgm:t>
        <a:bodyPr/>
        <a:lstStyle/>
        <a:p>
          <a:endParaRPr lang="en-US"/>
        </a:p>
      </dgm:t>
    </dgm:pt>
    <dgm:pt modelId="{91E56EE5-C5A2-4B8A-BDF7-E46BDEBE6FAD}" type="sibTrans" cxnId="{55D033CD-4016-42C8-8CED-E8DF73538EC3}">
      <dgm:prSet/>
      <dgm:spPr/>
      <dgm:t>
        <a:bodyPr/>
        <a:lstStyle/>
        <a:p>
          <a:endParaRPr lang="en-US"/>
        </a:p>
      </dgm:t>
    </dgm:pt>
    <dgm:pt modelId="{4F26D533-F9D0-439B-A5B3-2A36DCCE30EF}">
      <dgm:prSet/>
      <dgm:spPr/>
      <dgm:t>
        <a:bodyPr/>
        <a:lstStyle/>
        <a:p>
          <a:r>
            <a:rPr lang="en-US"/>
            <a:t>Port Security</a:t>
          </a:r>
        </a:p>
      </dgm:t>
    </dgm:pt>
    <dgm:pt modelId="{290690B1-2D3B-46BB-A24C-3A05E93A0C94}" type="parTrans" cxnId="{5849ACFD-1D58-4BF8-8F44-AE389DD0B3A8}">
      <dgm:prSet/>
      <dgm:spPr/>
      <dgm:t>
        <a:bodyPr/>
        <a:lstStyle/>
        <a:p>
          <a:endParaRPr lang="en-US"/>
        </a:p>
      </dgm:t>
    </dgm:pt>
    <dgm:pt modelId="{347C5AEE-2EC6-47E2-9C2C-F8D431986051}" type="sibTrans" cxnId="{5849ACFD-1D58-4BF8-8F44-AE389DD0B3A8}">
      <dgm:prSet/>
      <dgm:spPr/>
      <dgm:t>
        <a:bodyPr/>
        <a:lstStyle/>
        <a:p>
          <a:endParaRPr lang="en-US"/>
        </a:p>
      </dgm:t>
    </dgm:pt>
    <dgm:pt modelId="{41DDFEA8-8E48-49EC-91E0-22099189E823}">
      <dgm:prSet/>
      <dgm:spPr/>
      <dgm:t>
        <a:bodyPr/>
        <a:lstStyle/>
        <a:p>
          <a:r>
            <a:rPr lang="en-US"/>
            <a:t>DHCP Snooping</a:t>
          </a:r>
        </a:p>
      </dgm:t>
    </dgm:pt>
    <dgm:pt modelId="{79D8D829-D3CE-4114-AA72-99F347D43981}" type="parTrans" cxnId="{AE8C3358-249E-4F1A-B2DB-55B5F1F6A05B}">
      <dgm:prSet/>
      <dgm:spPr/>
      <dgm:t>
        <a:bodyPr/>
        <a:lstStyle/>
        <a:p>
          <a:endParaRPr lang="en-US"/>
        </a:p>
      </dgm:t>
    </dgm:pt>
    <dgm:pt modelId="{2A5B3746-AD77-4980-A3B9-44C3171519EA}" type="sibTrans" cxnId="{AE8C3358-249E-4F1A-B2DB-55B5F1F6A05B}">
      <dgm:prSet/>
      <dgm:spPr/>
      <dgm:t>
        <a:bodyPr/>
        <a:lstStyle/>
        <a:p>
          <a:endParaRPr lang="en-US"/>
        </a:p>
      </dgm:t>
    </dgm:pt>
    <dgm:pt modelId="{BB96E4F5-BED4-44DD-9823-4556AC1B2048}">
      <dgm:prSet/>
      <dgm:spPr/>
      <dgm:t>
        <a:bodyPr/>
        <a:lstStyle/>
        <a:p>
          <a:r>
            <a:rPr lang="en-US"/>
            <a:t>SSH</a:t>
          </a:r>
        </a:p>
      </dgm:t>
    </dgm:pt>
    <dgm:pt modelId="{80103FE9-8AB4-469C-B36F-A0E450A11372}" type="parTrans" cxnId="{F5253930-F451-4753-B90D-9ADBAA74184B}">
      <dgm:prSet/>
      <dgm:spPr/>
      <dgm:t>
        <a:bodyPr/>
        <a:lstStyle/>
        <a:p>
          <a:endParaRPr lang="en-US"/>
        </a:p>
      </dgm:t>
    </dgm:pt>
    <dgm:pt modelId="{D9EE6984-35C3-45D2-8F41-CD473685EB85}" type="sibTrans" cxnId="{F5253930-F451-4753-B90D-9ADBAA74184B}">
      <dgm:prSet/>
      <dgm:spPr/>
      <dgm:t>
        <a:bodyPr/>
        <a:lstStyle/>
        <a:p>
          <a:endParaRPr lang="en-US"/>
        </a:p>
      </dgm:t>
    </dgm:pt>
    <dgm:pt modelId="{3A591127-67C3-4457-9DF9-5C5B40C097E8}">
      <dgm:prSet/>
      <dgm:spPr/>
      <dgm:t>
        <a:bodyPr/>
        <a:lstStyle/>
        <a:p>
          <a:r>
            <a:rPr lang="en-US" b="1"/>
            <a:t>Phase 5</a:t>
          </a:r>
          <a:endParaRPr lang="en-US"/>
        </a:p>
      </dgm:t>
    </dgm:pt>
    <dgm:pt modelId="{6CC52D18-17ED-446B-A20B-692CAAF3B1EA}" type="parTrans" cxnId="{E8E97F32-47B2-46AC-BBAA-6B96C0F052AE}">
      <dgm:prSet/>
      <dgm:spPr/>
      <dgm:t>
        <a:bodyPr/>
        <a:lstStyle/>
        <a:p>
          <a:endParaRPr lang="en-US"/>
        </a:p>
      </dgm:t>
    </dgm:pt>
    <dgm:pt modelId="{38514C29-5916-449C-8A95-DD5AFFE9A440}" type="sibTrans" cxnId="{E8E97F32-47B2-46AC-BBAA-6B96C0F052AE}">
      <dgm:prSet/>
      <dgm:spPr/>
      <dgm:t>
        <a:bodyPr/>
        <a:lstStyle/>
        <a:p>
          <a:endParaRPr lang="en-US"/>
        </a:p>
      </dgm:t>
    </dgm:pt>
    <dgm:pt modelId="{2A6E0D10-0EF8-4BB6-8FB9-32AF417B45A1}">
      <dgm:prSet/>
      <dgm:spPr/>
      <dgm:t>
        <a:bodyPr/>
        <a:lstStyle/>
        <a:p>
          <a:r>
            <a:rPr lang="en-US"/>
            <a:t>Attack Simulation</a:t>
          </a:r>
        </a:p>
      </dgm:t>
    </dgm:pt>
    <dgm:pt modelId="{D86D7F4E-2B97-49CA-B2DE-5CAE1169FC8B}" type="parTrans" cxnId="{E0F5A795-C4F5-433F-B553-543752A341C8}">
      <dgm:prSet/>
      <dgm:spPr/>
      <dgm:t>
        <a:bodyPr/>
        <a:lstStyle/>
        <a:p>
          <a:endParaRPr lang="en-US"/>
        </a:p>
      </dgm:t>
    </dgm:pt>
    <dgm:pt modelId="{FC53B0E6-C2C1-4941-9254-DDF858C16B87}" type="sibTrans" cxnId="{E0F5A795-C4F5-433F-B553-543752A341C8}">
      <dgm:prSet/>
      <dgm:spPr/>
      <dgm:t>
        <a:bodyPr/>
        <a:lstStyle/>
        <a:p>
          <a:endParaRPr lang="en-US"/>
        </a:p>
      </dgm:t>
    </dgm:pt>
    <dgm:pt modelId="{C2F45BE8-4932-4E6C-B8F3-985F5381A112}">
      <dgm:prSet/>
      <dgm:spPr/>
      <dgm:t>
        <a:bodyPr/>
        <a:lstStyle/>
        <a:p>
          <a:r>
            <a:rPr lang="en-US"/>
            <a:t>Unauthorized device</a:t>
          </a:r>
        </a:p>
      </dgm:t>
    </dgm:pt>
    <dgm:pt modelId="{63B28A6A-887C-4BB9-BEC6-42C3116A8AD5}" type="parTrans" cxnId="{C576509F-74AD-4DF1-95A0-E591371AE0C8}">
      <dgm:prSet/>
      <dgm:spPr/>
      <dgm:t>
        <a:bodyPr/>
        <a:lstStyle/>
        <a:p>
          <a:endParaRPr lang="en-US"/>
        </a:p>
      </dgm:t>
    </dgm:pt>
    <dgm:pt modelId="{F7F73CD5-7C34-4888-9DB1-15D8D788CA47}" type="sibTrans" cxnId="{C576509F-74AD-4DF1-95A0-E591371AE0C8}">
      <dgm:prSet/>
      <dgm:spPr/>
      <dgm:t>
        <a:bodyPr/>
        <a:lstStyle/>
        <a:p>
          <a:endParaRPr lang="en-US"/>
        </a:p>
      </dgm:t>
    </dgm:pt>
    <dgm:pt modelId="{85D1AE4B-3710-432F-9D6C-5E57E4F18D45}">
      <dgm:prSet/>
      <dgm:spPr/>
      <dgm:t>
        <a:bodyPr/>
        <a:lstStyle/>
        <a:p>
          <a:r>
            <a:rPr lang="en-US"/>
            <a:t>Rogue DHCP</a:t>
          </a:r>
        </a:p>
      </dgm:t>
    </dgm:pt>
    <dgm:pt modelId="{1603DCFA-307F-49F1-AA49-D27138C2FD31}" type="parTrans" cxnId="{F279D644-F32E-4788-942D-3409E1979485}">
      <dgm:prSet/>
      <dgm:spPr/>
      <dgm:t>
        <a:bodyPr/>
        <a:lstStyle/>
        <a:p>
          <a:endParaRPr lang="en-US"/>
        </a:p>
      </dgm:t>
    </dgm:pt>
    <dgm:pt modelId="{9A5ED447-2043-436B-9652-3133CB3A8D07}" type="sibTrans" cxnId="{F279D644-F32E-4788-942D-3409E1979485}">
      <dgm:prSet/>
      <dgm:spPr/>
      <dgm:t>
        <a:bodyPr/>
        <a:lstStyle/>
        <a:p>
          <a:endParaRPr lang="en-US"/>
        </a:p>
      </dgm:t>
    </dgm:pt>
    <dgm:pt modelId="{4E687467-37D8-4EB2-BD1D-A158D286B901}">
      <dgm:prSet/>
      <dgm:spPr/>
      <dgm:t>
        <a:bodyPr/>
        <a:lstStyle/>
        <a:p>
          <a:r>
            <a:rPr lang="en-US"/>
            <a:t>Access violation</a:t>
          </a:r>
        </a:p>
      </dgm:t>
    </dgm:pt>
    <dgm:pt modelId="{9ED4147C-FEEB-4D5D-9221-E8B6A8937F7B}" type="parTrans" cxnId="{9C29D185-4D5B-44B2-88EA-75DAE4A8C446}">
      <dgm:prSet/>
      <dgm:spPr/>
      <dgm:t>
        <a:bodyPr/>
        <a:lstStyle/>
        <a:p>
          <a:endParaRPr lang="en-US"/>
        </a:p>
      </dgm:t>
    </dgm:pt>
    <dgm:pt modelId="{95AEF051-5885-4B77-AA9F-0B235705B968}" type="sibTrans" cxnId="{9C29D185-4D5B-44B2-88EA-75DAE4A8C446}">
      <dgm:prSet/>
      <dgm:spPr/>
      <dgm:t>
        <a:bodyPr/>
        <a:lstStyle/>
        <a:p>
          <a:endParaRPr lang="en-US"/>
        </a:p>
      </dgm:t>
    </dgm:pt>
    <dgm:pt modelId="{4FF7AB8A-7B23-40CF-A465-56E510F2C690}">
      <dgm:prSet/>
      <dgm:spPr/>
      <dgm:t>
        <a:bodyPr/>
        <a:lstStyle/>
        <a:p>
          <a:r>
            <a:rPr lang="en-US" b="1"/>
            <a:t>Phase 6</a:t>
          </a:r>
          <a:endParaRPr lang="en-US"/>
        </a:p>
      </dgm:t>
    </dgm:pt>
    <dgm:pt modelId="{B1B9CF76-803F-4187-B0F6-FED36C51EECF}" type="parTrans" cxnId="{AF54CD4C-B0C2-4EB6-8669-5CC9B6ED2466}">
      <dgm:prSet/>
      <dgm:spPr/>
      <dgm:t>
        <a:bodyPr/>
        <a:lstStyle/>
        <a:p>
          <a:endParaRPr lang="en-US"/>
        </a:p>
      </dgm:t>
    </dgm:pt>
    <dgm:pt modelId="{28273B6A-5FA2-437E-BBF7-069B31FF14FE}" type="sibTrans" cxnId="{AF54CD4C-B0C2-4EB6-8669-5CC9B6ED2466}">
      <dgm:prSet/>
      <dgm:spPr/>
      <dgm:t>
        <a:bodyPr/>
        <a:lstStyle/>
        <a:p>
          <a:endParaRPr lang="en-US"/>
        </a:p>
      </dgm:t>
    </dgm:pt>
    <dgm:pt modelId="{BDD6859C-B70C-4BBB-8EAB-1F34CB5D49C6}">
      <dgm:prSet/>
      <dgm:spPr/>
      <dgm:t>
        <a:bodyPr/>
        <a:lstStyle/>
        <a:p>
          <a:r>
            <a:rPr lang="en-US"/>
            <a:t>Performance Analysis</a:t>
          </a:r>
        </a:p>
      </dgm:t>
    </dgm:pt>
    <dgm:pt modelId="{7DA0601A-BBBF-4123-A644-946435AA0C18}" type="parTrans" cxnId="{6049D9EF-C236-40A8-8829-B32960587272}">
      <dgm:prSet/>
      <dgm:spPr/>
      <dgm:t>
        <a:bodyPr/>
        <a:lstStyle/>
        <a:p>
          <a:endParaRPr lang="en-US"/>
        </a:p>
      </dgm:t>
    </dgm:pt>
    <dgm:pt modelId="{14D722D7-EB59-4864-9C2B-69ABA5286130}" type="sibTrans" cxnId="{6049D9EF-C236-40A8-8829-B32960587272}">
      <dgm:prSet/>
      <dgm:spPr/>
      <dgm:t>
        <a:bodyPr/>
        <a:lstStyle/>
        <a:p>
          <a:endParaRPr lang="en-US"/>
        </a:p>
      </dgm:t>
    </dgm:pt>
    <dgm:pt modelId="{C3F49DEB-DB9E-4D8C-955D-FA3159F78F66}">
      <dgm:prSet/>
      <dgm:spPr/>
      <dgm:t>
        <a:bodyPr/>
        <a:lstStyle/>
        <a:p>
          <a:r>
            <a:rPr lang="en-US"/>
            <a:t>Ping</a:t>
          </a:r>
        </a:p>
      </dgm:t>
    </dgm:pt>
    <dgm:pt modelId="{0B57ED75-D6F1-47C7-AC68-00719456F152}" type="parTrans" cxnId="{39319A67-7715-47BD-B135-F5A46982D121}">
      <dgm:prSet/>
      <dgm:spPr/>
      <dgm:t>
        <a:bodyPr/>
        <a:lstStyle/>
        <a:p>
          <a:endParaRPr lang="en-US"/>
        </a:p>
      </dgm:t>
    </dgm:pt>
    <dgm:pt modelId="{509BD10C-9218-4021-9533-6DEC1DA4AC36}" type="sibTrans" cxnId="{39319A67-7715-47BD-B135-F5A46982D121}">
      <dgm:prSet/>
      <dgm:spPr/>
      <dgm:t>
        <a:bodyPr/>
        <a:lstStyle/>
        <a:p>
          <a:endParaRPr lang="en-US"/>
        </a:p>
      </dgm:t>
    </dgm:pt>
    <dgm:pt modelId="{663B40D5-3B97-43F4-BEF3-84D8948EB10C}">
      <dgm:prSet/>
      <dgm:spPr/>
      <dgm:t>
        <a:bodyPr/>
        <a:lstStyle/>
        <a:p>
          <a:r>
            <a:rPr lang="en-US"/>
            <a:t>Traceroute</a:t>
          </a:r>
        </a:p>
      </dgm:t>
    </dgm:pt>
    <dgm:pt modelId="{C4201327-AF63-416B-A297-220F4F1D7EA2}" type="parTrans" cxnId="{FDE373F2-65A6-4D9C-83B2-B1099418D142}">
      <dgm:prSet/>
      <dgm:spPr/>
      <dgm:t>
        <a:bodyPr/>
        <a:lstStyle/>
        <a:p>
          <a:endParaRPr lang="en-US"/>
        </a:p>
      </dgm:t>
    </dgm:pt>
    <dgm:pt modelId="{E3393142-AE54-4D13-B4E9-DE063C2D7413}" type="sibTrans" cxnId="{FDE373F2-65A6-4D9C-83B2-B1099418D142}">
      <dgm:prSet/>
      <dgm:spPr/>
      <dgm:t>
        <a:bodyPr/>
        <a:lstStyle/>
        <a:p>
          <a:endParaRPr lang="en-US"/>
        </a:p>
      </dgm:t>
    </dgm:pt>
    <dgm:pt modelId="{96836587-3BE5-4CC1-899B-12903A6AA564}">
      <dgm:prSet/>
      <dgm:spPr/>
      <dgm:t>
        <a:bodyPr/>
        <a:lstStyle/>
        <a:p>
          <a:r>
            <a:rPr lang="en-US"/>
            <a:t>Packet monitoring</a:t>
          </a:r>
        </a:p>
      </dgm:t>
    </dgm:pt>
    <dgm:pt modelId="{BBA432C9-4CD0-434D-B4CB-A23A4DE041D5}" type="parTrans" cxnId="{3690D74C-83E8-44E7-BD09-2463C402AF4D}">
      <dgm:prSet/>
      <dgm:spPr/>
      <dgm:t>
        <a:bodyPr/>
        <a:lstStyle/>
        <a:p>
          <a:endParaRPr lang="en-US"/>
        </a:p>
      </dgm:t>
    </dgm:pt>
    <dgm:pt modelId="{48DB76C9-F97F-4AEF-8588-8AAAF97D0DB7}" type="sibTrans" cxnId="{3690D74C-83E8-44E7-BD09-2463C402AF4D}">
      <dgm:prSet/>
      <dgm:spPr/>
      <dgm:t>
        <a:bodyPr/>
        <a:lstStyle/>
        <a:p>
          <a:endParaRPr lang="en-US"/>
        </a:p>
      </dgm:t>
    </dgm:pt>
    <dgm:pt modelId="{B81333D1-F7D4-4632-8867-D89B747DBAD1}" type="pres">
      <dgm:prSet presAssocID="{170A64B6-E4AB-40F6-AFB1-6C137B817881}" presName="diagram" presStyleCnt="0">
        <dgm:presLayoutVars>
          <dgm:dir/>
          <dgm:resizeHandles val="exact"/>
        </dgm:presLayoutVars>
      </dgm:prSet>
      <dgm:spPr/>
    </dgm:pt>
    <dgm:pt modelId="{98FC4253-FAF6-4816-A002-B2B909158EF8}" type="pres">
      <dgm:prSet presAssocID="{1EBFAA8F-0FDA-4EE9-B778-71B39FE79D16}" presName="node" presStyleLbl="node1" presStyleIdx="0" presStyleCnt="29">
        <dgm:presLayoutVars>
          <dgm:bulletEnabled val="1"/>
        </dgm:presLayoutVars>
      </dgm:prSet>
      <dgm:spPr/>
    </dgm:pt>
    <dgm:pt modelId="{75075B76-D9AD-4838-9D01-AED01782FBE7}" type="pres">
      <dgm:prSet presAssocID="{35EF0D4D-8BBE-4635-9E79-A7D0DD145A96}" presName="sibTrans" presStyleCnt="0"/>
      <dgm:spPr/>
    </dgm:pt>
    <dgm:pt modelId="{81BEBC61-EF34-4FC0-9F26-6200693C0015}" type="pres">
      <dgm:prSet presAssocID="{E09C8792-4CFD-4349-90A1-FADBD9BA5040}" presName="node" presStyleLbl="node1" presStyleIdx="1" presStyleCnt="29">
        <dgm:presLayoutVars>
          <dgm:bulletEnabled val="1"/>
        </dgm:presLayoutVars>
      </dgm:prSet>
      <dgm:spPr/>
    </dgm:pt>
    <dgm:pt modelId="{8026F526-8932-41CB-926F-C5671EAC374D}" type="pres">
      <dgm:prSet presAssocID="{DBF65FED-3875-4D38-B569-F68065CA5AC4}" presName="sibTrans" presStyleCnt="0"/>
      <dgm:spPr/>
    </dgm:pt>
    <dgm:pt modelId="{E7034BDC-AB11-4489-B913-48A2A7D7EFB5}" type="pres">
      <dgm:prSet presAssocID="{CFE69F7F-75CB-4A9F-8740-88A108894BF3}" presName="node" presStyleLbl="node1" presStyleIdx="2" presStyleCnt="29">
        <dgm:presLayoutVars>
          <dgm:bulletEnabled val="1"/>
        </dgm:presLayoutVars>
      </dgm:prSet>
      <dgm:spPr/>
    </dgm:pt>
    <dgm:pt modelId="{CEDD2692-94E4-4E80-915C-C667A660779A}" type="pres">
      <dgm:prSet presAssocID="{2BB736C6-835E-47B1-A8B2-B9D854E86D91}" presName="sibTrans" presStyleCnt="0"/>
      <dgm:spPr/>
    </dgm:pt>
    <dgm:pt modelId="{52BE2818-00ED-4A9D-B657-320E94F84E28}" type="pres">
      <dgm:prSet presAssocID="{9FF2A95F-B7A5-4274-94FB-A2D8713F05C3}" presName="node" presStyleLbl="node1" presStyleIdx="3" presStyleCnt="29">
        <dgm:presLayoutVars>
          <dgm:bulletEnabled val="1"/>
        </dgm:presLayoutVars>
      </dgm:prSet>
      <dgm:spPr/>
    </dgm:pt>
    <dgm:pt modelId="{0BA57603-CE48-4199-940D-BE510B910C5E}" type="pres">
      <dgm:prSet presAssocID="{DC7066C5-2127-4A55-9C51-1F14C5F1E519}" presName="sibTrans" presStyleCnt="0"/>
      <dgm:spPr/>
    </dgm:pt>
    <dgm:pt modelId="{86BAE235-E8DE-4BD0-92AE-9FB5CE0CC6F3}" type="pres">
      <dgm:prSet presAssocID="{FFA0ECB7-4A34-425C-B5E8-06B969D2C047}" presName="node" presStyleLbl="node1" presStyleIdx="4" presStyleCnt="29">
        <dgm:presLayoutVars>
          <dgm:bulletEnabled val="1"/>
        </dgm:presLayoutVars>
      </dgm:prSet>
      <dgm:spPr/>
    </dgm:pt>
    <dgm:pt modelId="{6EF2630F-8EF8-4910-84B0-79DB99669739}" type="pres">
      <dgm:prSet presAssocID="{FE322D9E-A029-42F0-84C0-DF450958AEB9}" presName="sibTrans" presStyleCnt="0"/>
      <dgm:spPr/>
    </dgm:pt>
    <dgm:pt modelId="{A88F71E4-4D56-4A99-8DFF-3D9123647AAA}" type="pres">
      <dgm:prSet presAssocID="{BA1A1680-423B-4FBE-8D08-72C1511F38EC}" presName="node" presStyleLbl="node1" presStyleIdx="5" presStyleCnt="29">
        <dgm:presLayoutVars>
          <dgm:bulletEnabled val="1"/>
        </dgm:presLayoutVars>
      </dgm:prSet>
      <dgm:spPr/>
    </dgm:pt>
    <dgm:pt modelId="{5716B3A0-2626-4464-9087-8E02638ECA09}" type="pres">
      <dgm:prSet presAssocID="{6B4BE96B-9EA9-4346-B605-190A2A89EAA1}" presName="sibTrans" presStyleCnt="0"/>
      <dgm:spPr/>
    </dgm:pt>
    <dgm:pt modelId="{BADE7344-4DC0-4E52-AA83-E122F825A1F6}" type="pres">
      <dgm:prSet presAssocID="{A71BDF59-BFAE-4B95-A275-5C2B8DB65CAB}" presName="node" presStyleLbl="node1" presStyleIdx="6" presStyleCnt="29">
        <dgm:presLayoutVars>
          <dgm:bulletEnabled val="1"/>
        </dgm:presLayoutVars>
      </dgm:prSet>
      <dgm:spPr/>
    </dgm:pt>
    <dgm:pt modelId="{18C341C2-4C85-4444-B783-DFA6E41A5204}" type="pres">
      <dgm:prSet presAssocID="{02D1A834-AEFF-4F51-810E-FE6586B794B4}" presName="sibTrans" presStyleCnt="0"/>
      <dgm:spPr/>
    </dgm:pt>
    <dgm:pt modelId="{E05AD5B6-822E-4D92-8755-F189025785D4}" type="pres">
      <dgm:prSet presAssocID="{EDA14FC0-BB68-4696-9AE8-F6F43ADD8CA9}" presName="node" presStyleLbl="node1" presStyleIdx="7" presStyleCnt="29">
        <dgm:presLayoutVars>
          <dgm:bulletEnabled val="1"/>
        </dgm:presLayoutVars>
      </dgm:prSet>
      <dgm:spPr/>
    </dgm:pt>
    <dgm:pt modelId="{6EC61C41-8DC5-4D0B-8A1E-6D45757F25F7}" type="pres">
      <dgm:prSet presAssocID="{71E186E1-5C0C-4CC5-83F8-A8C93B623333}" presName="sibTrans" presStyleCnt="0"/>
      <dgm:spPr/>
    </dgm:pt>
    <dgm:pt modelId="{0AA82700-FA5B-4C3E-96B5-F0755B0E270F}" type="pres">
      <dgm:prSet presAssocID="{97724529-EAD5-4CB9-836D-EDAFFBCD2719}" presName="node" presStyleLbl="node1" presStyleIdx="8" presStyleCnt="29">
        <dgm:presLayoutVars>
          <dgm:bulletEnabled val="1"/>
        </dgm:presLayoutVars>
      </dgm:prSet>
      <dgm:spPr/>
    </dgm:pt>
    <dgm:pt modelId="{275E72D1-53D6-4BAD-9B68-4C1EAE48529D}" type="pres">
      <dgm:prSet presAssocID="{D78DD178-B8EB-4B3B-8B63-3D373912600D}" presName="sibTrans" presStyleCnt="0"/>
      <dgm:spPr/>
    </dgm:pt>
    <dgm:pt modelId="{905C6308-3AE1-4E60-B02F-B0557DA69C2F}" type="pres">
      <dgm:prSet presAssocID="{A74F52B5-D124-42EF-A7AA-AED8A46DD034}" presName="node" presStyleLbl="node1" presStyleIdx="9" presStyleCnt="29">
        <dgm:presLayoutVars>
          <dgm:bulletEnabled val="1"/>
        </dgm:presLayoutVars>
      </dgm:prSet>
      <dgm:spPr/>
    </dgm:pt>
    <dgm:pt modelId="{F5423C2E-31E0-44A7-8D9E-EB40D59744D3}" type="pres">
      <dgm:prSet presAssocID="{851B431B-2DF5-40FB-A904-A187545174C2}" presName="sibTrans" presStyleCnt="0"/>
      <dgm:spPr/>
    </dgm:pt>
    <dgm:pt modelId="{CEF46367-A859-4357-943C-1B9800EF840D}" type="pres">
      <dgm:prSet presAssocID="{3E86F1D4-FFD3-4B74-913C-812BE85AB046}" presName="node" presStyleLbl="node1" presStyleIdx="10" presStyleCnt="29">
        <dgm:presLayoutVars>
          <dgm:bulletEnabled val="1"/>
        </dgm:presLayoutVars>
      </dgm:prSet>
      <dgm:spPr/>
    </dgm:pt>
    <dgm:pt modelId="{84B3D55E-6A8D-43CE-BA12-4B12267EE7C3}" type="pres">
      <dgm:prSet presAssocID="{A5F793E5-2E0F-45CE-B837-4D3A71C60BC6}" presName="sibTrans" presStyleCnt="0"/>
      <dgm:spPr/>
    </dgm:pt>
    <dgm:pt modelId="{AEE98A1A-4ACB-47D6-91BA-C64AEDC89E78}" type="pres">
      <dgm:prSet presAssocID="{1F3D887A-FFAD-4D15-A02F-D1D56083A18E}" presName="node" presStyleLbl="node1" presStyleIdx="11" presStyleCnt="29">
        <dgm:presLayoutVars>
          <dgm:bulletEnabled val="1"/>
        </dgm:presLayoutVars>
      </dgm:prSet>
      <dgm:spPr/>
    </dgm:pt>
    <dgm:pt modelId="{A9C87D99-1903-44D5-A986-E0746C14F953}" type="pres">
      <dgm:prSet presAssocID="{8001F8BD-FAAB-477C-9418-DA30967E6759}" presName="sibTrans" presStyleCnt="0"/>
      <dgm:spPr/>
    </dgm:pt>
    <dgm:pt modelId="{238F9DA3-39F9-4A08-BE9A-2953C846100A}" type="pres">
      <dgm:prSet presAssocID="{E7D1846B-0EB6-4F91-BE23-0183910FE8A4}" presName="node" presStyleLbl="node1" presStyleIdx="12" presStyleCnt="29">
        <dgm:presLayoutVars>
          <dgm:bulletEnabled val="1"/>
        </dgm:presLayoutVars>
      </dgm:prSet>
      <dgm:spPr/>
    </dgm:pt>
    <dgm:pt modelId="{1A6B0CA0-9483-4901-B655-6BBA3D1B6F01}" type="pres">
      <dgm:prSet presAssocID="{FAADEC62-3A83-4ECA-A8DB-AD94E1CAB6C8}" presName="sibTrans" presStyleCnt="0"/>
      <dgm:spPr/>
    </dgm:pt>
    <dgm:pt modelId="{582B3A8B-350B-4F03-B5C5-CE986E5CA125}" type="pres">
      <dgm:prSet presAssocID="{14A875EA-9874-4FF5-BF54-C001575D5CDB}" presName="node" presStyleLbl="node1" presStyleIdx="13" presStyleCnt="29">
        <dgm:presLayoutVars>
          <dgm:bulletEnabled val="1"/>
        </dgm:presLayoutVars>
      </dgm:prSet>
      <dgm:spPr/>
    </dgm:pt>
    <dgm:pt modelId="{8C82715A-FFFD-404B-BCE0-87A626949D9C}" type="pres">
      <dgm:prSet presAssocID="{58C40C50-CC96-40C0-B460-734BC4850C76}" presName="sibTrans" presStyleCnt="0"/>
      <dgm:spPr/>
    </dgm:pt>
    <dgm:pt modelId="{6358A56E-3DA2-4A25-BBC2-CF9517BA366D}" type="pres">
      <dgm:prSet presAssocID="{2121B18B-CBFB-4B9C-98DC-25AF5B756E9B}" presName="node" presStyleLbl="node1" presStyleIdx="14" presStyleCnt="29">
        <dgm:presLayoutVars>
          <dgm:bulletEnabled val="1"/>
        </dgm:presLayoutVars>
      </dgm:prSet>
      <dgm:spPr/>
    </dgm:pt>
    <dgm:pt modelId="{68FCA1C9-06FD-4D0E-B48C-322D5A03C45F}" type="pres">
      <dgm:prSet presAssocID="{D5339935-EF27-40C9-916C-194256DDAE26}" presName="sibTrans" presStyleCnt="0"/>
      <dgm:spPr/>
    </dgm:pt>
    <dgm:pt modelId="{7F092D91-291A-4847-AF97-373FF6959531}" type="pres">
      <dgm:prSet presAssocID="{BD1940CD-5A32-451F-B2CC-288D6E727700}" presName="node" presStyleLbl="node1" presStyleIdx="15" presStyleCnt="29">
        <dgm:presLayoutVars>
          <dgm:bulletEnabled val="1"/>
        </dgm:presLayoutVars>
      </dgm:prSet>
      <dgm:spPr/>
    </dgm:pt>
    <dgm:pt modelId="{4E3BF09D-7600-408F-8691-FDA5E6448337}" type="pres">
      <dgm:prSet presAssocID="{91E56EE5-C5A2-4B8A-BDF7-E46BDEBE6FAD}" presName="sibTrans" presStyleCnt="0"/>
      <dgm:spPr/>
    </dgm:pt>
    <dgm:pt modelId="{A256B1E3-1321-4E25-86B6-3A12638E3997}" type="pres">
      <dgm:prSet presAssocID="{4F26D533-F9D0-439B-A5B3-2A36DCCE30EF}" presName="node" presStyleLbl="node1" presStyleIdx="16" presStyleCnt="29">
        <dgm:presLayoutVars>
          <dgm:bulletEnabled val="1"/>
        </dgm:presLayoutVars>
      </dgm:prSet>
      <dgm:spPr/>
    </dgm:pt>
    <dgm:pt modelId="{CCA7B744-AF70-4DB7-9494-35FC623957E2}" type="pres">
      <dgm:prSet presAssocID="{347C5AEE-2EC6-47E2-9C2C-F8D431986051}" presName="sibTrans" presStyleCnt="0"/>
      <dgm:spPr/>
    </dgm:pt>
    <dgm:pt modelId="{DB4F3F2E-1AB8-44E8-9E5E-6931B413E88F}" type="pres">
      <dgm:prSet presAssocID="{41DDFEA8-8E48-49EC-91E0-22099189E823}" presName="node" presStyleLbl="node1" presStyleIdx="17" presStyleCnt="29">
        <dgm:presLayoutVars>
          <dgm:bulletEnabled val="1"/>
        </dgm:presLayoutVars>
      </dgm:prSet>
      <dgm:spPr/>
    </dgm:pt>
    <dgm:pt modelId="{CA417441-E0E6-49D2-85F2-C013C67FEB03}" type="pres">
      <dgm:prSet presAssocID="{2A5B3746-AD77-4980-A3B9-44C3171519EA}" presName="sibTrans" presStyleCnt="0"/>
      <dgm:spPr/>
    </dgm:pt>
    <dgm:pt modelId="{F3560F31-2FC4-4F2F-9C7A-BD27B988E0EA}" type="pres">
      <dgm:prSet presAssocID="{BB96E4F5-BED4-44DD-9823-4556AC1B2048}" presName="node" presStyleLbl="node1" presStyleIdx="18" presStyleCnt="29">
        <dgm:presLayoutVars>
          <dgm:bulletEnabled val="1"/>
        </dgm:presLayoutVars>
      </dgm:prSet>
      <dgm:spPr/>
    </dgm:pt>
    <dgm:pt modelId="{6E9D969E-AE61-491E-B9EF-BDFA8812E0D3}" type="pres">
      <dgm:prSet presAssocID="{D9EE6984-35C3-45D2-8F41-CD473685EB85}" presName="sibTrans" presStyleCnt="0"/>
      <dgm:spPr/>
    </dgm:pt>
    <dgm:pt modelId="{CE4B03DA-A44C-4796-BBE0-EBCEA308267B}" type="pres">
      <dgm:prSet presAssocID="{3A591127-67C3-4457-9DF9-5C5B40C097E8}" presName="node" presStyleLbl="node1" presStyleIdx="19" presStyleCnt="29">
        <dgm:presLayoutVars>
          <dgm:bulletEnabled val="1"/>
        </dgm:presLayoutVars>
      </dgm:prSet>
      <dgm:spPr/>
    </dgm:pt>
    <dgm:pt modelId="{D96CEA3C-2694-4F86-B633-D8B9494C757A}" type="pres">
      <dgm:prSet presAssocID="{38514C29-5916-449C-8A95-DD5AFFE9A440}" presName="sibTrans" presStyleCnt="0"/>
      <dgm:spPr/>
    </dgm:pt>
    <dgm:pt modelId="{3CAC142B-386C-40CC-B4B1-918A2F054D11}" type="pres">
      <dgm:prSet presAssocID="{2A6E0D10-0EF8-4BB6-8FB9-32AF417B45A1}" presName="node" presStyleLbl="node1" presStyleIdx="20" presStyleCnt="29">
        <dgm:presLayoutVars>
          <dgm:bulletEnabled val="1"/>
        </dgm:presLayoutVars>
      </dgm:prSet>
      <dgm:spPr/>
    </dgm:pt>
    <dgm:pt modelId="{4D06313E-F1D8-493F-802C-D32BE1B8EF67}" type="pres">
      <dgm:prSet presAssocID="{FC53B0E6-C2C1-4941-9254-DDF858C16B87}" presName="sibTrans" presStyleCnt="0"/>
      <dgm:spPr/>
    </dgm:pt>
    <dgm:pt modelId="{B77F08F1-BBAC-40E4-8FB7-AA2051292D75}" type="pres">
      <dgm:prSet presAssocID="{C2F45BE8-4932-4E6C-B8F3-985F5381A112}" presName="node" presStyleLbl="node1" presStyleIdx="21" presStyleCnt="29">
        <dgm:presLayoutVars>
          <dgm:bulletEnabled val="1"/>
        </dgm:presLayoutVars>
      </dgm:prSet>
      <dgm:spPr/>
    </dgm:pt>
    <dgm:pt modelId="{45A1E094-5EF4-4E30-A8FB-09CC2EC9E8CF}" type="pres">
      <dgm:prSet presAssocID="{F7F73CD5-7C34-4888-9DB1-15D8D788CA47}" presName="sibTrans" presStyleCnt="0"/>
      <dgm:spPr/>
    </dgm:pt>
    <dgm:pt modelId="{9CFEC2E3-7456-479A-AD0D-8067FE30810A}" type="pres">
      <dgm:prSet presAssocID="{85D1AE4B-3710-432F-9D6C-5E57E4F18D45}" presName="node" presStyleLbl="node1" presStyleIdx="22" presStyleCnt="29">
        <dgm:presLayoutVars>
          <dgm:bulletEnabled val="1"/>
        </dgm:presLayoutVars>
      </dgm:prSet>
      <dgm:spPr/>
    </dgm:pt>
    <dgm:pt modelId="{B9895516-481C-4A8F-A70C-A8404F100088}" type="pres">
      <dgm:prSet presAssocID="{9A5ED447-2043-436B-9652-3133CB3A8D07}" presName="sibTrans" presStyleCnt="0"/>
      <dgm:spPr/>
    </dgm:pt>
    <dgm:pt modelId="{3B8526D1-A33C-4F99-8CA7-735986C17698}" type="pres">
      <dgm:prSet presAssocID="{4E687467-37D8-4EB2-BD1D-A158D286B901}" presName="node" presStyleLbl="node1" presStyleIdx="23" presStyleCnt="29">
        <dgm:presLayoutVars>
          <dgm:bulletEnabled val="1"/>
        </dgm:presLayoutVars>
      </dgm:prSet>
      <dgm:spPr/>
    </dgm:pt>
    <dgm:pt modelId="{2317869A-87A7-4320-9CAE-D7DD97C8092D}" type="pres">
      <dgm:prSet presAssocID="{95AEF051-5885-4B77-AA9F-0B235705B968}" presName="sibTrans" presStyleCnt="0"/>
      <dgm:spPr/>
    </dgm:pt>
    <dgm:pt modelId="{0B1B9C73-5E8E-4CB8-B392-B08D7DD9004E}" type="pres">
      <dgm:prSet presAssocID="{4FF7AB8A-7B23-40CF-A465-56E510F2C690}" presName="node" presStyleLbl="node1" presStyleIdx="24" presStyleCnt="29">
        <dgm:presLayoutVars>
          <dgm:bulletEnabled val="1"/>
        </dgm:presLayoutVars>
      </dgm:prSet>
      <dgm:spPr/>
    </dgm:pt>
    <dgm:pt modelId="{1FB7F477-71D8-48ED-B264-792E77B9FF6F}" type="pres">
      <dgm:prSet presAssocID="{28273B6A-5FA2-437E-BBF7-069B31FF14FE}" presName="sibTrans" presStyleCnt="0"/>
      <dgm:spPr/>
    </dgm:pt>
    <dgm:pt modelId="{4B17B753-9AD4-4890-B9B7-8B2F6BD92810}" type="pres">
      <dgm:prSet presAssocID="{BDD6859C-B70C-4BBB-8EAB-1F34CB5D49C6}" presName="node" presStyleLbl="node1" presStyleIdx="25" presStyleCnt="29">
        <dgm:presLayoutVars>
          <dgm:bulletEnabled val="1"/>
        </dgm:presLayoutVars>
      </dgm:prSet>
      <dgm:spPr/>
    </dgm:pt>
    <dgm:pt modelId="{EFBFC9E3-4489-41A3-BAD1-9E649F15D753}" type="pres">
      <dgm:prSet presAssocID="{14D722D7-EB59-4864-9C2B-69ABA5286130}" presName="sibTrans" presStyleCnt="0"/>
      <dgm:spPr/>
    </dgm:pt>
    <dgm:pt modelId="{D7D943EB-B2FF-49ED-9DCD-AEAA05D80329}" type="pres">
      <dgm:prSet presAssocID="{C3F49DEB-DB9E-4D8C-955D-FA3159F78F66}" presName="node" presStyleLbl="node1" presStyleIdx="26" presStyleCnt="29">
        <dgm:presLayoutVars>
          <dgm:bulletEnabled val="1"/>
        </dgm:presLayoutVars>
      </dgm:prSet>
      <dgm:spPr/>
    </dgm:pt>
    <dgm:pt modelId="{C1D75688-E44F-4183-8E39-A1E3E14BD082}" type="pres">
      <dgm:prSet presAssocID="{509BD10C-9218-4021-9533-6DEC1DA4AC36}" presName="sibTrans" presStyleCnt="0"/>
      <dgm:spPr/>
    </dgm:pt>
    <dgm:pt modelId="{16772CFF-12BF-4BC5-B7A8-E918FF7CA1F9}" type="pres">
      <dgm:prSet presAssocID="{663B40D5-3B97-43F4-BEF3-84D8948EB10C}" presName="node" presStyleLbl="node1" presStyleIdx="27" presStyleCnt="29">
        <dgm:presLayoutVars>
          <dgm:bulletEnabled val="1"/>
        </dgm:presLayoutVars>
      </dgm:prSet>
      <dgm:spPr/>
    </dgm:pt>
    <dgm:pt modelId="{5204828E-B4A6-4D6D-9CF1-7FE9CD4DEE0F}" type="pres">
      <dgm:prSet presAssocID="{E3393142-AE54-4D13-B4E9-DE063C2D7413}" presName="sibTrans" presStyleCnt="0"/>
      <dgm:spPr/>
    </dgm:pt>
    <dgm:pt modelId="{C6558E7B-8F54-4773-9E75-E550F618C0C7}" type="pres">
      <dgm:prSet presAssocID="{96836587-3BE5-4CC1-899B-12903A6AA564}" presName="node" presStyleLbl="node1" presStyleIdx="28" presStyleCnt="29">
        <dgm:presLayoutVars>
          <dgm:bulletEnabled val="1"/>
        </dgm:presLayoutVars>
      </dgm:prSet>
      <dgm:spPr/>
    </dgm:pt>
  </dgm:ptLst>
  <dgm:cxnLst>
    <dgm:cxn modelId="{18769700-22BA-F44C-9B86-245D51E967DB}" type="presOf" srcId="{C2F45BE8-4932-4E6C-B8F3-985F5381A112}" destId="{B77F08F1-BBAC-40E4-8FB7-AA2051292D75}" srcOrd="0" destOrd="0" presId="urn:microsoft.com/office/officeart/2005/8/layout/default"/>
    <dgm:cxn modelId="{8D01B101-2983-48DB-A644-8A1E58A28500}" srcId="{170A64B6-E4AB-40F6-AFB1-6C137B817881}" destId="{FFA0ECB7-4A34-425C-B5E8-06B969D2C047}" srcOrd="4" destOrd="0" parTransId="{141951FF-3B3D-4C2C-B987-937403950AEE}" sibTransId="{FE322D9E-A029-42F0-84C0-DF450958AEB9}"/>
    <dgm:cxn modelId="{3B0E8D06-88C8-445B-8FED-332E156AE4A2}" srcId="{170A64B6-E4AB-40F6-AFB1-6C137B817881}" destId="{97724529-EAD5-4CB9-836D-EDAFFBCD2719}" srcOrd="8" destOrd="0" parTransId="{646E7DA1-1C8B-42F5-BD4E-DBB51F3D2B3C}" sibTransId="{D78DD178-B8EB-4B3B-8B63-3D373912600D}"/>
    <dgm:cxn modelId="{A43ABF18-F3D7-4284-B826-B0B4CBD37F0A}" srcId="{170A64B6-E4AB-40F6-AFB1-6C137B817881}" destId="{BA1A1680-423B-4FBE-8D08-72C1511F38EC}" srcOrd="5" destOrd="0" parTransId="{1E4E2F44-5670-4677-BD74-10A9A1E65728}" sibTransId="{6B4BE96B-9EA9-4346-B605-190A2A89EAA1}"/>
    <dgm:cxn modelId="{A921061A-6430-4DE0-BB18-1296EBEA9EFF}" srcId="{170A64B6-E4AB-40F6-AFB1-6C137B817881}" destId="{A71BDF59-BFAE-4B95-A275-5C2B8DB65CAB}" srcOrd="6" destOrd="0" parTransId="{B14DFBDA-7AB3-4EB1-9D53-7BFFE47B719D}" sibTransId="{02D1A834-AEFF-4F51-810E-FE6586B794B4}"/>
    <dgm:cxn modelId="{3079C124-862C-46EA-9663-89D3F4C67182}" srcId="{170A64B6-E4AB-40F6-AFB1-6C137B817881}" destId="{1F3D887A-FFAD-4D15-A02F-D1D56083A18E}" srcOrd="11" destOrd="0" parTransId="{5E3AE692-7E75-410A-BFAB-63E87507315F}" sibTransId="{8001F8BD-FAAB-477C-9418-DA30967E6759}"/>
    <dgm:cxn modelId="{D4F03925-8BEF-434F-8428-A447F21B8EAC}" srcId="{170A64B6-E4AB-40F6-AFB1-6C137B817881}" destId="{CFE69F7F-75CB-4A9F-8740-88A108894BF3}" srcOrd="2" destOrd="0" parTransId="{7C83876E-A404-4C9C-957D-CD3ABE2E80C7}" sibTransId="{2BB736C6-835E-47B1-A8B2-B9D854E86D91}"/>
    <dgm:cxn modelId="{7D9BAB28-106A-054D-A22A-C9E08EED0564}" type="presOf" srcId="{1EBFAA8F-0FDA-4EE9-B778-71B39FE79D16}" destId="{98FC4253-FAF6-4816-A002-B2B909158EF8}" srcOrd="0" destOrd="0" presId="urn:microsoft.com/office/officeart/2005/8/layout/default"/>
    <dgm:cxn modelId="{F5253930-F451-4753-B90D-9ADBAA74184B}" srcId="{170A64B6-E4AB-40F6-AFB1-6C137B817881}" destId="{BB96E4F5-BED4-44DD-9823-4556AC1B2048}" srcOrd="18" destOrd="0" parTransId="{80103FE9-8AB4-469C-B36F-A0E450A11372}" sibTransId="{D9EE6984-35C3-45D2-8F41-CD473685EB85}"/>
    <dgm:cxn modelId="{E8E97F32-47B2-46AC-BBAA-6B96C0F052AE}" srcId="{170A64B6-E4AB-40F6-AFB1-6C137B817881}" destId="{3A591127-67C3-4457-9DF9-5C5B40C097E8}" srcOrd="19" destOrd="0" parTransId="{6CC52D18-17ED-446B-A20B-692CAAF3B1EA}" sibTransId="{38514C29-5916-449C-8A95-DD5AFFE9A440}"/>
    <dgm:cxn modelId="{593C7C3F-320F-4949-83EB-F45C83AB4223}" type="presOf" srcId="{C3F49DEB-DB9E-4D8C-955D-FA3159F78F66}" destId="{D7D943EB-B2FF-49ED-9DCD-AEAA05D80329}" srcOrd="0" destOrd="0" presId="urn:microsoft.com/office/officeart/2005/8/layout/default"/>
    <dgm:cxn modelId="{F279D644-F32E-4788-942D-3409E1979485}" srcId="{170A64B6-E4AB-40F6-AFB1-6C137B817881}" destId="{85D1AE4B-3710-432F-9D6C-5E57E4F18D45}" srcOrd="22" destOrd="0" parTransId="{1603DCFA-307F-49F1-AA49-D27138C2FD31}" sibTransId="{9A5ED447-2043-436B-9652-3133CB3A8D07}"/>
    <dgm:cxn modelId="{0080AE4A-3AD2-374B-BA6D-FB81ED16388A}" type="presOf" srcId="{3E86F1D4-FFD3-4B74-913C-812BE85AB046}" destId="{CEF46367-A859-4357-943C-1B9800EF840D}" srcOrd="0" destOrd="0" presId="urn:microsoft.com/office/officeart/2005/8/layout/default"/>
    <dgm:cxn modelId="{40E16F4B-C981-AA49-995E-6DBDC1AE4608}" type="presOf" srcId="{4E687467-37D8-4EB2-BD1D-A158D286B901}" destId="{3B8526D1-A33C-4F99-8CA7-735986C17698}" srcOrd="0" destOrd="0" presId="urn:microsoft.com/office/officeart/2005/8/layout/default"/>
    <dgm:cxn modelId="{AF54CD4C-B0C2-4EB6-8669-5CC9B6ED2466}" srcId="{170A64B6-E4AB-40F6-AFB1-6C137B817881}" destId="{4FF7AB8A-7B23-40CF-A465-56E510F2C690}" srcOrd="24" destOrd="0" parTransId="{B1B9CF76-803F-4187-B0F6-FED36C51EECF}" sibTransId="{28273B6A-5FA2-437E-BBF7-069B31FF14FE}"/>
    <dgm:cxn modelId="{3690D74C-83E8-44E7-BD09-2463C402AF4D}" srcId="{170A64B6-E4AB-40F6-AFB1-6C137B817881}" destId="{96836587-3BE5-4CC1-899B-12903A6AA564}" srcOrd="28" destOrd="0" parTransId="{BBA432C9-4CD0-434D-B4CB-A23A4DE041D5}" sibTransId="{48DB76C9-F97F-4AEF-8588-8AAAF97D0DB7}"/>
    <dgm:cxn modelId="{43A0E053-885F-44DF-A64D-CFBF86264105}" srcId="{170A64B6-E4AB-40F6-AFB1-6C137B817881}" destId="{E09C8792-4CFD-4349-90A1-FADBD9BA5040}" srcOrd="1" destOrd="0" parTransId="{0D69A220-909D-4851-8E5C-0E38217F3784}" sibTransId="{DBF65FED-3875-4D38-B569-F68065CA5AC4}"/>
    <dgm:cxn modelId="{CC613456-E519-46B2-BD8E-F6682C163C19}" srcId="{170A64B6-E4AB-40F6-AFB1-6C137B817881}" destId="{9FF2A95F-B7A5-4274-94FB-A2D8713F05C3}" srcOrd="3" destOrd="0" parTransId="{452E279E-D159-43B4-A66B-853C40783A9B}" sibTransId="{DC7066C5-2127-4A55-9C51-1F14C5F1E519}"/>
    <dgm:cxn modelId="{AE8C3358-249E-4F1A-B2DB-55B5F1F6A05B}" srcId="{170A64B6-E4AB-40F6-AFB1-6C137B817881}" destId="{41DDFEA8-8E48-49EC-91E0-22099189E823}" srcOrd="17" destOrd="0" parTransId="{79D8D829-D3CE-4114-AA72-99F347D43981}" sibTransId="{2A5B3746-AD77-4980-A3B9-44C3171519EA}"/>
    <dgm:cxn modelId="{EC72C259-AD66-E140-9C2E-E9DC57095318}" type="presOf" srcId="{14A875EA-9874-4FF5-BF54-C001575D5CDB}" destId="{582B3A8B-350B-4F03-B5C5-CE986E5CA125}" srcOrd="0" destOrd="0" presId="urn:microsoft.com/office/officeart/2005/8/layout/default"/>
    <dgm:cxn modelId="{7E5E565C-28DB-4FCB-B918-946B02CD1F39}" srcId="{170A64B6-E4AB-40F6-AFB1-6C137B817881}" destId="{14A875EA-9874-4FF5-BF54-C001575D5CDB}" srcOrd="13" destOrd="0" parTransId="{13B136E5-6305-453E-BD38-361F3518B1E2}" sibTransId="{58C40C50-CC96-40C0-B460-734BC4850C76}"/>
    <dgm:cxn modelId="{39319A67-7715-47BD-B135-F5A46982D121}" srcId="{170A64B6-E4AB-40F6-AFB1-6C137B817881}" destId="{C3F49DEB-DB9E-4D8C-955D-FA3159F78F66}" srcOrd="26" destOrd="0" parTransId="{0B57ED75-D6F1-47C7-AC68-00719456F152}" sibTransId="{509BD10C-9218-4021-9533-6DEC1DA4AC36}"/>
    <dgm:cxn modelId="{22356068-E0D0-E741-BE4D-404898DFFDA3}" type="presOf" srcId="{EDA14FC0-BB68-4696-9AE8-F6F43ADD8CA9}" destId="{E05AD5B6-822E-4D92-8755-F189025785D4}" srcOrd="0" destOrd="0" presId="urn:microsoft.com/office/officeart/2005/8/layout/default"/>
    <dgm:cxn modelId="{D2202D70-83D7-4991-BC62-96D2BD17977B}" srcId="{170A64B6-E4AB-40F6-AFB1-6C137B817881}" destId="{3E86F1D4-FFD3-4B74-913C-812BE85AB046}" srcOrd="10" destOrd="0" parTransId="{252B7C22-0937-4BCD-84DF-90879C8F752A}" sibTransId="{A5F793E5-2E0F-45CE-B837-4D3A71C60BC6}"/>
    <dgm:cxn modelId="{0B35FF71-2A2E-874E-995D-B388E2EC84D5}" type="presOf" srcId="{E7D1846B-0EB6-4F91-BE23-0183910FE8A4}" destId="{238F9DA3-39F9-4A08-BE9A-2953C846100A}" srcOrd="0" destOrd="0" presId="urn:microsoft.com/office/officeart/2005/8/layout/default"/>
    <dgm:cxn modelId="{D5891A7A-9880-4946-8407-3E2D8D0AE88C}" type="presOf" srcId="{2121B18B-CBFB-4B9C-98DC-25AF5B756E9B}" destId="{6358A56E-3DA2-4A25-BBC2-CF9517BA366D}" srcOrd="0" destOrd="0" presId="urn:microsoft.com/office/officeart/2005/8/layout/default"/>
    <dgm:cxn modelId="{9C29D185-4D5B-44B2-88EA-75DAE4A8C446}" srcId="{170A64B6-E4AB-40F6-AFB1-6C137B817881}" destId="{4E687467-37D8-4EB2-BD1D-A158D286B901}" srcOrd="23" destOrd="0" parTransId="{9ED4147C-FEEB-4D5D-9221-E8B6A8937F7B}" sibTransId="{95AEF051-5885-4B77-AA9F-0B235705B968}"/>
    <dgm:cxn modelId="{1A165E87-2D19-8148-8D54-0C6FEC6C7BA0}" type="presOf" srcId="{E09C8792-4CFD-4349-90A1-FADBD9BA5040}" destId="{81BEBC61-EF34-4FC0-9F26-6200693C0015}" srcOrd="0" destOrd="0" presId="urn:microsoft.com/office/officeart/2005/8/layout/default"/>
    <dgm:cxn modelId="{C411C88D-5A9F-1B4B-9ECF-91947FEA78CE}" type="presOf" srcId="{41DDFEA8-8E48-49EC-91E0-22099189E823}" destId="{DB4F3F2E-1AB8-44E8-9E5E-6931B413E88F}" srcOrd="0" destOrd="0" presId="urn:microsoft.com/office/officeart/2005/8/layout/default"/>
    <dgm:cxn modelId="{EE2CDC8E-BC06-7E46-A23B-FE606D77021A}" type="presOf" srcId="{BD1940CD-5A32-451F-B2CC-288D6E727700}" destId="{7F092D91-291A-4847-AF97-373FF6959531}" srcOrd="0" destOrd="0" presId="urn:microsoft.com/office/officeart/2005/8/layout/default"/>
    <dgm:cxn modelId="{AC40CF93-CC55-FA4F-8689-F22FAB900982}" type="presOf" srcId="{FFA0ECB7-4A34-425C-B5E8-06B969D2C047}" destId="{86BAE235-E8DE-4BD0-92AE-9FB5CE0CC6F3}" srcOrd="0" destOrd="0" presId="urn:microsoft.com/office/officeart/2005/8/layout/default"/>
    <dgm:cxn modelId="{910C5B94-49A1-644D-9F18-BE580439AA5D}" type="presOf" srcId="{BDD6859C-B70C-4BBB-8EAB-1F34CB5D49C6}" destId="{4B17B753-9AD4-4890-B9B7-8B2F6BD92810}" srcOrd="0" destOrd="0" presId="urn:microsoft.com/office/officeart/2005/8/layout/default"/>
    <dgm:cxn modelId="{9D8A2C95-B404-40A7-A9B9-CBDD0A23E1FA}" srcId="{170A64B6-E4AB-40F6-AFB1-6C137B817881}" destId="{A74F52B5-D124-42EF-A7AA-AED8A46DD034}" srcOrd="9" destOrd="0" parTransId="{59042087-D1F1-444A-8D39-B40893A7DA10}" sibTransId="{851B431B-2DF5-40FB-A904-A187545174C2}"/>
    <dgm:cxn modelId="{E0F5A795-C4F5-433F-B553-543752A341C8}" srcId="{170A64B6-E4AB-40F6-AFB1-6C137B817881}" destId="{2A6E0D10-0EF8-4BB6-8FB9-32AF417B45A1}" srcOrd="20" destOrd="0" parTransId="{D86D7F4E-2B97-49CA-B2DE-5CAE1169FC8B}" sibTransId="{FC53B0E6-C2C1-4941-9254-DDF858C16B87}"/>
    <dgm:cxn modelId="{347D689C-D738-974F-BBE1-82AE8A47A9C2}" type="presOf" srcId="{9FF2A95F-B7A5-4274-94FB-A2D8713F05C3}" destId="{52BE2818-00ED-4A9D-B657-320E94F84E28}" srcOrd="0" destOrd="0" presId="urn:microsoft.com/office/officeart/2005/8/layout/default"/>
    <dgm:cxn modelId="{8F7DEC9D-B73E-554E-A3D3-D6F691CD5B77}" type="presOf" srcId="{3A591127-67C3-4457-9DF9-5C5B40C097E8}" destId="{CE4B03DA-A44C-4796-BBE0-EBCEA308267B}" srcOrd="0" destOrd="0" presId="urn:microsoft.com/office/officeart/2005/8/layout/default"/>
    <dgm:cxn modelId="{C576509F-74AD-4DF1-95A0-E591371AE0C8}" srcId="{170A64B6-E4AB-40F6-AFB1-6C137B817881}" destId="{C2F45BE8-4932-4E6C-B8F3-985F5381A112}" srcOrd="21" destOrd="0" parTransId="{63B28A6A-887C-4BB9-BEC6-42C3116A8AD5}" sibTransId="{F7F73CD5-7C34-4888-9DB1-15D8D788CA47}"/>
    <dgm:cxn modelId="{FEE0B5A2-04E3-824E-ABC1-D2FF3D1AB67F}" type="presOf" srcId="{A74F52B5-D124-42EF-A7AA-AED8A46DD034}" destId="{905C6308-3AE1-4E60-B02F-B0557DA69C2F}" srcOrd="0" destOrd="0" presId="urn:microsoft.com/office/officeart/2005/8/layout/default"/>
    <dgm:cxn modelId="{0AD6BFA9-C5E1-D949-8240-A6FF6505F474}" type="presOf" srcId="{170A64B6-E4AB-40F6-AFB1-6C137B817881}" destId="{B81333D1-F7D4-4632-8867-D89B747DBAD1}" srcOrd="0" destOrd="0" presId="urn:microsoft.com/office/officeart/2005/8/layout/default"/>
    <dgm:cxn modelId="{6CF854AC-FB2C-0D40-A3EE-2D3851D9281B}" type="presOf" srcId="{663B40D5-3B97-43F4-BEF3-84D8948EB10C}" destId="{16772CFF-12BF-4BC5-B7A8-E918FF7CA1F9}" srcOrd="0" destOrd="0" presId="urn:microsoft.com/office/officeart/2005/8/layout/default"/>
    <dgm:cxn modelId="{67F487B1-A90D-8045-A8B8-0E2A93632E27}" type="presOf" srcId="{CFE69F7F-75CB-4A9F-8740-88A108894BF3}" destId="{E7034BDC-AB11-4489-B913-48A2A7D7EFB5}" srcOrd="0" destOrd="0" presId="urn:microsoft.com/office/officeart/2005/8/layout/default"/>
    <dgm:cxn modelId="{49A8D5B2-1FD8-5946-B7BE-83BF25AA364A}" type="presOf" srcId="{BB96E4F5-BED4-44DD-9823-4556AC1B2048}" destId="{F3560F31-2FC4-4F2F-9C7A-BD27B988E0EA}" srcOrd="0" destOrd="0" presId="urn:microsoft.com/office/officeart/2005/8/layout/default"/>
    <dgm:cxn modelId="{DFAE8CBE-74D5-2C49-9398-4039757BAF2C}" type="presOf" srcId="{2A6E0D10-0EF8-4BB6-8FB9-32AF417B45A1}" destId="{3CAC142B-386C-40CC-B4B1-918A2F054D11}" srcOrd="0" destOrd="0" presId="urn:microsoft.com/office/officeart/2005/8/layout/default"/>
    <dgm:cxn modelId="{EAB34DC1-9795-7B4F-991B-93E36F9126FF}" type="presOf" srcId="{4FF7AB8A-7B23-40CF-A465-56E510F2C690}" destId="{0B1B9C73-5E8E-4CB8-B392-B08D7DD9004E}" srcOrd="0" destOrd="0" presId="urn:microsoft.com/office/officeart/2005/8/layout/default"/>
    <dgm:cxn modelId="{4C6D2CC5-A797-E346-9F39-8510BAD76139}" type="presOf" srcId="{97724529-EAD5-4CB9-836D-EDAFFBCD2719}" destId="{0AA82700-FA5B-4C3E-96B5-F0755B0E270F}" srcOrd="0" destOrd="0" presId="urn:microsoft.com/office/officeart/2005/8/layout/default"/>
    <dgm:cxn modelId="{55D033CD-4016-42C8-8CED-E8DF73538EC3}" srcId="{170A64B6-E4AB-40F6-AFB1-6C137B817881}" destId="{BD1940CD-5A32-451F-B2CC-288D6E727700}" srcOrd="15" destOrd="0" parTransId="{F87AAD81-1165-42B2-AB91-4599E088FEB7}" sibTransId="{91E56EE5-C5A2-4B8A-BDF7-E46BDEBE6FAD}"/>
    <dgm:cxn modelId="{3E6014CF-F035-4C7D-8EEC-32F09AAAA8AC}" srcId="{170A64B6-E4AB-40F6-AFB1-6C137B817881}" destId="{EDA14FC0-BB68-4696-9AE8-F6F43ADD8CA9}" srcOrd="7" destOrd="0" parTransId="{991035CA-9F2B-49C7-97E6-94B70FB9297F}" sibTransId="{71E186E1-5C0C-4CC5-83F8-A8C93B623333}"/>
    <dgm:cxn modelId="{076246DF-A5D2-463A-8DF8-B1938646E6F0}" srcId="{170A64B6-E4AB-40F6-AFB1-6C137B817881}" destId="{1EBFAA8F-0FDA-4EE9-B778-71B39FE79D16}" srcOrd="0" destOrd="0" parTransId="{516CB50F-6C03-4C8E-B8BC-CBAE2272A688}" sibTransId="{35EF0D4D-8BBE-4635-9E79-A7D0DD145A96}"/>
    <dgm:cxn modelId="{52859AE3-4E4B-4ED5-8208-FEF361C8001B}" srcId="{170A64B6-E4AB-40F6-AFB1-6C137B817881}" destId="{2121B18B-CBFB-4B9C-98DC-25AF5B756E9B}" srcOrd="14" destOrd="0" parTransId="{152369AE-6CAB-41B2-AA8F-6BC63DD99714}" sibTransId="{D5339935-EF27-40C9-916C-194256DDAE26}"/>
    <dgm:cxn modelId="{8398A7E8-FC10-5343-8085-300C10D17E58}" type="presOf" srcId="{4F26D533-F9D0-439B-A5B3-2A36DCCE30EF}" destId="{A256B1E3-1321-4E25-86B6-3A12638E3997}" srcOrd="0" destOrd="0" presId="urn:microsoft.com/office/officeart/2005/8/layout/default"/>
    <dgm:cxn modelId="{3C67EDE9-6EC0-2442-B0DB-01357E98BB6D}" type="presOf" srcId="{A71BDF59-BFAE-4B95-A275-5C2B8DB65CAB}" destId="{BADE7344-4DC0-4E52-AA83-E122F825A1F6}" srcOrd="0" destOrd="0" presId="urn:microsoft.com/office/officeart/2005/8/layout/default"/>
    <dgm:cxn modelId="{6049D9EF-C236-40A8-8829-B32960587272}" srcId="{170A64B6-E4AB-40F6-AFB1-6C137B817881}" destId="{BDD6859C-B70C-4BBB-8EAB-1F34CB5D49C6}" srcOrd="25" destOrd="0" parTransId="{7DA0601A-BBBF-4123-A644-946435AA0C18}" sibTransId="{14D722D7-EB59-4864-9C2B-69ABA5286130}"/>
    <dgm:cxn modelId="{FDE373F2-65A6-4D9C-83B2-B1099418D142}" srcId="{170A64B6-E4AB-40F6-AFB1-6C137B817881}" destId="{663B40D5-3B97-43F4-BEF3-84D8948EB10C}" srcOrd="27" destOrd="0" parTransId="{C4201327-AF63-416B-A297-220F4F1D7EA2}" sibTransId="{E3393142-AE54-4D13-B4E9-DE063C2D7413}"/>
    <dgm:cxn modelId="{BFF668F3-4103-914E-9031-393FA6CE9928}" type="presOf" srcId="{BA1A1680-423B-4FBE-8D08-72C1511F38EC}" destId="{A88F71E4-4D56-4A99-8DFF-3D9123647AAA}" srcOrd="0" destOrd="0" presId="urn:microsoft.com/office/officeart/2005/8/layout/default"/>
    <dgm:cxn modelId="{70965CF5-E4FD-CF48-AF6A-6AAE1121C7FB}" type="presOf" srcId="{85D1AE4B-3710-432F-9D6C-5E57E4F18D45}" destId="{9CFEC2E3-7456-479A-AD0D-8067FE30810A}" srcOrd="0" destOrd="0" presId="urn:microsoft.com/office/officeart/2005/8/layout/default"/>
    <dgm:cxn modelId="{CEB6A1F6-F9B9-49BC-8846-156ABD25E6E3}" srcId="{170A64B6-E4AB-40F6-AFB1-6C137B817881}" destId="{E7D1846B-0EB6-4F91-BE23-0183910FE8A4}" srcOrd="12" destOrd="0" parTransId="{E40A6A23-A5D5-4C37-9943-4BD97E51EB0E}" sibTransId="{FAADEC62-3A83-4ECA-A8DB-AD94E1CAB6C8}"/>
    <dgm:cxn modelId="{0B9F7CF9-8A21-7245-928F-4C4A9C87297D}" type="presOf" srcId="{96836587-3BE5-4CC1-899B-12903A6AA564}" destId="{C6558E7B-8F54-4773-9E75-E550F618C0C7}" srcOrd="0" destOrd="0" presId="urn:microsoft.com/office/officeart/2005/8/layout/default"/>
    <dgm:cxn modelId="{579FF8FA-0709-4345-B053-9455D18276B9}" type="presOf" srcId="{1F3D887A-FFAD-4D15-A02F-D1D56083A18E}" destId="{AEE98A1A-4ACB-47D6-91BA-C64AEDC89E78}" srcOrd="0" destOrd="0" presId="urn:microsoft.com/office/officeart/2005/8/layout/default"/>
    <dgm:cxn modelId="{5849ACFD-1D58-4BF8-8F44-AE389DD0B3A8}" srcId="{170A64B6-E4AB-40F6-AFB1-6C137B817881}" destId="{4F26D533-F9D0-439B-A5B3-2A36DCCE30EF}" srcOrd="16" destOrd="0" parTransId="{290690B1-2D3B-46BB-A24C-3A05E93A0C94}" sibTransId="{347C5AEE-2EC6-47E2-9C2C-F8D431986051}"/>
    <dgm:cxn modelId="{80F295AD-A11F-F34B-974E-91F95E07AA12}" type="presParOf" srcId="{B81333D1-F7D4-4632-8867-D89B747DBAD1}" destId="{98FC4253-FAF6-4816-A002-B2B909158EF8}" srcOrd="0" destOrd="0" presId="urn:microsoft.com/office/officeart/2005/8/layout/default"/>
    <dgm:cxn modelId="{12AD0BA5-3B95-1644-A6BD-0A8ABAA35C0D}" type="presParOf" srcId="{B81333D1-F7D4-4632-8867-D89B747DBAD1}" destId="{75075B76-D9AD-4838-9D01-AED01782FBE7}" srcOrd="1" destOrd="0" presId="urn:microsoft.com/office/officeart/2005/8/layout/default"/>
    <dgm:cxn modelId="{09117A8E-CD48-154E-AB79-9F326E406987}" type="presParOf" srcId="{B81333D1-F7D4-4632-8867-D89B747DBAD1}" destId="{81BEBC61-EF34-4FC0-9F26-6200693C0015}" srcOrd="2" destOrd="0" presId="urn:microsoft.com/office/officeart/2005/8/layout/default"/>
    <dgm:cxn modelId="{C9ED4867-9AB7-0046-A4E4-4ABAF5465E14}" type="presParOf" srcId="{B81333D1-F7D4-4632-8867-D89B747DBAD1}" destId="{8026F526-8932-41CB-926F-C5671EAC374D}" srcOrd="3" destOrd="0" presId="urn:microsoft.com/office/officeart/2005/8/layout/default"/>
    <dgm:cxn modelId="{F9243F32-A62E-E045-A391-677DDAE90073}" type="presParOf" srcId="{B81333D1-F7D4-4632-8867-D89B747DBAD1}" destId="{E7034BDC-AB11-4489-B913-48A2A7D7EFB5}" srcOrd="4" destOrd="0" presId="urn:microsoft.com/office/officeart/2005/8/layout/default"/>
    <dgm:cxn modelId="{733C212F-EAAA-4048-9CA5-3EAF3C0AD060}" type="presParOf" srcId="{B81333D1-F7D4-4632-8867-D89B747DBAD1}" destId="{CEDD2692-94E4-4E80-915C-C667A660779A}" srcOrd="5" destOrd="0" presId="urn:microsoft.com/office/officeart/2005/8/layout/default"/>
    <dgm:cxn modelId="{88ACF318-6823-BF42-BCA7-84E937ADF079}" type="presParOf" srcId="{B81333D1-F7D4-4632-8867-D89B747DBAD1}" destId="{52BE2818-00ED-4A9D-B657-320E94F84E28}" srcOrd="6" destOrd="0" presId="urn:microsoft.com/office/officeart/2005/8/layout/default"/>
    <dgm:cxn modelId="{5885C582-69BD-9C45-8B12-21C6F370284C}" type="presParOf" srcId="{B81333D1-F7D4-4632-8867-D89B747DBAD1}" destId="{0BA57603-CE48-4199-940D-BE510B910C5E}" srcOrd="7" destOrd="0" presId="urn:microsoft.com/office/officeart/2005/8/layout/default"/>
    <dgm:cxn modelId="{4B2DA7F5-1088-E64B-AE3A-60246E511C96}" type="presParOf" srcId="{B81333D1-F7D4-4632-8867-D89B747DBAD1}" destId="{86BAE235-E8DE-4BD0-92AE-9FB5CE0CC6F3}" srcOrd="8" destOrd="0" presId="urn:microsoft.com/office/officeart/2005/8/layout/default"/>
    <dgm:cxn modelId="{53976D54-32AF-4645-A719-075DC0778F8F}" type="presParOf" srcId="{B81333D1-F7D4-4632-8867-D89B747DBAD1}" destId="{6EF2630F-8EF8-4910-84B0-79DB99669739}" srcOrd="9" destOrd="0" presId="urn:microsoft.com/office/officeart/2005/8/layout/default"/>
    <dgm:cxn modelId="{606621DA-C29A-494B-9469-330D5182E799}" type="presParOf" srcId="{B81333D1-F7D4-4632-8867-D89B747DBAD1}" destId="{A88F71E4-4D56-4A99-8DFF-3D9123647AAA}" srcOrd="10" destOrd="0" presId="urn:microsoft.com/office/officeart/2005/8/layout/default"/>
    <dgm:cxn modelId="{BE1D751C-5259-5349-938F-164EC8D22544}" type="presParOf" srcId="{B81333D1-F7D4-4632-8867-D89B747DBAD1}" destId="{5716B3A0-2626-4464-9087-8E02638ECA09}" srcOrd="11" destOrd="0" presId="urn:microsoft.com/office/officeart/2005/8/layout/default"/>
    <dgm:cxn modelId="{7B73FE00-FB13-CB41-B032-3DA1AC097EE8}" type="presParOf" srcId="{B81333D1-F7D4-4632-8867-D89B747DBAD1}" destId="{BADE7344-4DC0-4E52-AA83-E122F825A1F6}" srcOrd="12" destOrd="0" presId="urn:microsoft.com/office/officeart/2005/8/layout/default"/>
    <dgm:cxn modelId="{27C030BD-A8DD-BE4A-90C0-98E6581CA602}" type="presParOf" srcId="{B81333D1-F7D4-4632-8867-D89B747DBAD1}" destId="{18C341C2-4C85-4444-B783-DFA6E41A5204}" srcOrd="13" destOrd="0" presId="urn:microsoft.com/office/officeart/2005/8/layout/default"/>
    <dgm:cxn modelId="{FA291DE1-46D3-5949-8651-71FE52F4E888}" type="presParOf" srcId="{B81333D1-F7D4-4632-8867-D89B747DBAD1}" destId="{E05AD5B6-822E-4D92-8755-F189025785D4}" srcOrd="14" destOrd="0" presId="urn:microsoft.com/office/officeart/2005/8/layout/default"/>
    <dgm:cxn modelId="{AA978FEF-6498-4945-A556-E1D274B8D321}" type="presParOf" srcId="{B81333D1-F7D4-4632-8867-D89B747DBAD1}" destId="{6EC61C41-8DC5-4D0B-8A1E-6D45757F25F7}" srcOrd="15" destOrd="0" presId="urn:microsoft.com/office/officeart/2005/8/layout/default"/>
    <dgm:cxn modelId="{AD2DFAFA-D8CE-DF4F-9EE1-298DB621FD2B}" type="presParOf" srcId="{B81333D1-F7D4-4632-8867-D89B747DBAD1}" destId="{0AA82700-FA5B-4C3E-96B5-F0755B0E270F}" srcOrd="16" destOrd="0" presId="urn:microsoft.com/office/officeart/2005/8/layout/default"/>
    <dgm:cxn modelId="{F7893836-DEAE-4D48-9143-51D9BF90B2FF}" type="presParOf" srcId="{B81333D1-F7D4-4632-8867-D89B747DBAD1}" destId="{275E72D1-53D6-4BAD-9B68-4C1EAE48529D}" srcOrd="17" destOrd="0" presId="urn:microsoft.com/office/officeart/2005/8/layout/default"/>
    <dgm:cxn modelId="{85CEA6B3-2F4D-E248-A9A2-DF035376CF9A}" type="presParOf" srcId="{B81333D1-F7D4-4632-8867-D89B747DBAD1}" destId="{905C6308-3AE1-4E60-B02F-B0557DA69C2F}" srcOrd="18" destOrd="0" presId="urn:microsoft.com/office/officeart/2005/8/layout/default"/>
    <dgm:cxn modelId="{46DDC1AC-7EB7-9E4B-96A9-82AA08AFBEF2}" type="presParOf" srcId="{B81333D1-F7D4-4632-8867-D89B747DBAD1}" destId="{F5423C2E-31E0-44A7-8D9E-EB40D59744D3}" srcOrd="19" destOrd="0" presId="urn:microsoft.com/office/officeart/2005/8/layout/default"/>
    <dgm:cxn modelId="{0C7A954C-BC96-FC41-B995-2B8A2E9FE03F}" type="presParOf" srcId="{B81333D1-F7D4-4632-8867-D89B747DBAD1}" destId="{CEF46367-A859-4357-943C-1B9800EF840D}" srcOrd="20" destOrd="0" presId="urn:microsoft.com/office/officeart/2005/8/layout/default"/>
    <dgm:cxn modelId="{F1E1F9AF-0D92-A741-8409-37F18AFFE604}" type="presParOf" srcId="{B81333D1-F7D4-4632-8867-D89B747DBAD1}" destId="{84B3D55E-6A8D-43CE-BA12-4B12267EE7C3}" srcOrd="21" destOrd="0" presId="urn:microsoft.com/office/officeart/2005/8/layout/default"/>
    <dgm:cxn modelId="{0FB3A00C-7F56-8E47-9567-469D6F893738}" type="presParOf" srcId="{B81333D1-F7D4-4632-8867-D89B747DBAD1}" destId="{AEE98A1A-4ACB-47D6-91BA-C64AEDC89E78}" srcOrd="22" destOrd="0" presId="urn:microsoft.com/office/officeart/2005/8/layout/default"/>
    <dgm:cxn modelId="{15B7B0BA-A137-6244-993A-394717D166A4}" type="presParOf" srcId="{B81333D1-F7D4-4632-8867-D89B747DBAD1}" destId="{A9C87D99-1903-44D5-A986-E0746C14F953}" srcOrd="23" destOrd="0" presId="urn:microsoft.com/office/officeart/2005/8/layout/default"/>
    <dgm:cxn modelId="{DA30101A-E10E-E84C-9524-747CAE1A5B6C}" type="presParOf" srcId="{B81333D1-F7D4-4632-8867-D89B747DBAD1}" destId="{238F9DA3-39F9-4A08-BE9A-2953C846100A}" srcOrd="24" destOrd="0" presId="urn:microsoft.com/office/officeart/2005/8/layout/default"/>
    <dgm:cxn modelId="{3326AFCD-9F0F-684E-9568-7134713C0C1C}" type="presParOf" srcId="{B81333D1-F7D4-4632-8867-D89B747DBAD1}" destId="{1A6B0CA0-9483-4901-B655-6BBA3D1B6F01}" srcOrd="25" destOrd="0" presId="urn:microsoft.com/office/officeart/2005/8/layout/default"/>
    <dgm:cxn modelId="{6F2E08FD-D3F2-4D48-A96B-FF86CFC89E75}" type="presParOf" srcId="{B81333D1-F7D4-4632-8867-D89B747DBAD1}" destId="{582B3A8B-350B-4F03-B5C5-CE986E5CA125}" srcOrd="26" destOrd="0" presId="urn:microsoft.com/office/officeart/2005/8/layout/default"/>
    <dgm:cxn modelId="{8F9730F8-4645-354C-848E-A2CF3B9B27AA}" type="presParOf" srcId="{B81333D1-F7D4-4632-8867-D89B747DBAD1}" destId="{8C82715A-FFFD-404B-BCE0-87A626949D9C}" srcOrd="27" destOrd="0" presId="urn:microsoft.com/office/officeart/2005/8/layout/default"/>
    <dgm:cxn modelId="{639F9A4F-1C57-2144-AAD6-D522400C81C5}" type="presParOf" srcId="{B81333D1-F7D4-4632-8867-D89B747DBAD1}" destId="{6358A56E-3DA2-4A25-BBC2-CF9517BA366D}" srcOrd="28" destOrd="0" presId="urn:microsoft.com/office/officeart/2005/8/layout/default"/>
    <dgm:cxn modelId="{6BE11043-674B-AA43-8603-57F4D9AC1966}" type="presParOf" srcId="{B81333D1-F7D4-4632-8867-D89B747DBAD1}" destId="{68FCA1C9-06FD-4D0E-B48C-322D5A03C45F}" srcOrd="29" destOrd="0" presId="urn:microsoft.com/office/officeart/2005/8/layout/default"/>
    <dgm:cxn modelId="{BD721483-FCE4-0946-8D69-948E7E531EB3}" type="presParOf" srcId="{B81333D1-F7D4-4632-8867-D89B747DBAD1}" destId="{7F092D91-291A-4847-AF97-373FF6959531}" srcOrd="30" destOrd="0" presId="urn:microsoft.com/office/officeart/2005/8/layout/default"/>
    <dgm:cxn modelId="{878BE249-0D01-234B-AB9D-BE8CA731EB05}" type="presParOf" srcId="{B81333D1-F7D4-4632-8867-D89B747DBAD1}" destId="{4E3BF09D-7600-408F-8691-FDA5E6448337}" srcOrd="31" destOrd="0" presId="urn:microsoft.com/office/officeart/2005/8/layout/default"/>
    <dgm:cxn modelId="{5372FE98-DBD0-1F4E-8413-EA42501A22F7}" type="presParOf" srcId="{B81333D1-F7D4-4632-8867-D89B747DBAD1}" destId="{A256B1E3-1321-4E25-86B6-3A12638E3997}" srcOrd="32" destOrd="0" presId="urn:microsoft.com/office/officeart/2005/8/layout/default"/>
    <dgm:cxn modelId="{5C89D95E-3BF3-7442-B004-94F08517D95E}" type="presParOf" srcId="{B81333D1-F7D4-4632-8867-D89B747DBAD1}" destId="{CCA7B744-AF70-4DB7-9494-35FC623957E2}" srcOrd="33" destOrd="0" presId="urn:microsoft.com/office/officeart/2005/8/layout/default"/>
    <dgm:cxn modelId="{3B7B1AF9-60AB-134C-B6E5-E90E208E7139}" type="presParOf" srcId="{B81333D1-F7D4-4632-8867-D89B747DBAD1}" destId="{DB4F3F2E-1AB8-44E8-9E5E-6931B413E88F}" srcOrd="34" destOrd="0" presId="urn:microsoft.com/office/officeart/2005/8/layout/default"/>
    <dgm:cxn modelId="{93833A5B-75D5-7341-97C1-9CE8BE505D51}" type="presParOf" srcId="{B81333D1-F7D4-4632-8867-D89B747DBAD1}" destId="{CA417441-E0E6-49D2-85F2-C013C67FEB03}" srcOrd="35" destOrd="0" presId="urn:microsoft.com/office/officeart/2005/8/layout/default"/>
    <dgm:cxn modelId="{14D9BE5D-0806-8140-A531-81D5417697AA}" type="presParOf" srcId="{B81333D1-F7D4-4632-8867-D89B747DBAD1}" destId="{F3560F31-2FC4-4F2F-9C7A-BD27B988E0EA}" srcOrd="36" destOrd="0" presId="urn:microsoft.com/office/officeart/2005/8/layout/default"/>
    <dgm:cxn modelId="{611DAEC7-3C3B-1C4C-AB49-B11F0961333A}" type="presParOf" srcId="{B81333D1-F7D4-4632-8867-D89B747DBAD1}" destId="{6E9D969E-AE61-491E-B9EF-BDFA8812E0D3}" srcOrd="37" destOrd="0" presId="urn:microsoft.com/office/officeart/2005/8/layout/default"/>
    <dgm:cxn modelId="{A99F14E7-FB38-5044-B8F6-E692DEC5A6F6}" type="presParOf" srcId="{B81333D1-F7D4-4632-8867-D89B747DBAD1}" destId="{CE4B03DA-A44C-4796-BBE0-EBCEA308267B}" srcOrd="38" destOrd="0" presId="urn:microsoft.com/office/officeart/2005/8/layout/default"/>
    <dgm:cxn modelId="{E26FF814-B55A-9D4A-8F5C-5A215357AB82}" type="presParOf" srcId="{B81333D1-F7D4-4632-8867-D89B747DBAD1}" destId="{D96CEA3C-2694-4F86-B633-D8B9494C757A}" srcOrd="39" destOrd="0" presId="urn:microsoft.com/office/officeart/2005/8/layout/default"/>
    <dgm:cxn modelId="{59358A87-4E4C-444A-AE23-7782D215B99F}" type="presParOf" srcId="{B81333D1-F7D4-4632-8867-D89B747DBAD1}" destId="{3CAC142B-386C-40CC-B4B1-918A2F054D11}" srcOrd="40" destOrd="0" presId="urn:microsoft.com/office/officeart/2005/8/layout/default"/>
    <dgm:cxn modelId="{77762ED3-9653-8F4B-AC1B-3BB4AD83F4DD}" type="presParOf" srcId="{B81333D1-F7D4-4632-8867-D89B747DBAD1}" destId="{4D06313E-F1D8-493F-802C-D32BE1B8EF67}" srcOrd="41" destOrd="0" presId="urn:microsoft.com/office/officeart/2005/8/layout/default"/>
    <dgm:cxn modelId="{BB31C798-C165-D241-98D7-FB169E4C3856}" type="presParOf" srcId="{B81333D1-F7D4-4632-8867-D89B747DBAD1}" destId="{B77F08F1-BBAC-40E4-8FB7-AA2051292D75}" srcOrd="42" destOrd="0" presId="urn:microsoft.com/office/officeart/2005/8/layout/default"/>
    <dgm:cxn modelId="{5F4BBDC4-5127-064D-91E5-FB001E06A7BE}" type="presParOf" srcId="{B81333D1-F7D4-4632-8867-D89B747DBAD1}" destId="{45A1E094-5EF4-4E30-A8FB-09CC2EC9E8CF}" srcOrd="43" destOrd="0" presId="urn:microsoft.com/office/officeart/2005/8/layout/default"/>
    <dgm:cxn modelId="{841E4C23-0C3F-1A45-BBBA-041A70707991}" type="presParOf" srcId="{B81333D1-F7D4-4632-8867-D89B747DBAD1}" destId="{9CFEC2E3-7456-479A-AD0D-8067FE30810A}" srcOrd="44" destOrd="0" presId="urn:microsoft.com/office/officeart/2005/8/layout/default"/>
    <dgm:cxn modelId="{D18135E7-3BA9-1F4B-96CA-EB20DC7D7AD2}" type="presParOf" srcId="{B81333D1-F7D4-4632-8867-D89B747DBAD1}" destId="{B9895516-481C-4A8F-A70C-A8404F100088}" srcOrd="45" destOrd="0" presId="urn:microsoft.com/office/officeart/2005/8/layout/default"/>
    <dgm:cxn modelId="{4C8B2542-7081-1F42-9E53-AF74165E163B}" type="presParOf" srcId="{B81333D1-F7D4-4632-8867-D89B747DBAD1}" destId="{3B8526D1-A33C-4F99-8CA7-735986C17698}" srcOrd="46" destOrd="0" presId="urn:microsoft.com/office/officeart/2005/8/layout/default"/>
    <dgm:cxn modelId="{B9FD256B-65B9-5240-B371-9BE1E56773A0}" type="presParOf" srcId="{B81333D1-F7D4-4632-8867-D89B747DBAD1}" destId="{2317869A-87A7-4320-9CAE-D7DD97C8092D}" srcOrd="47" destOrd="0" presId="urn:microsoft.com/office/officeart/2005/8/layout/default"/>
    <dgm:cxn modelId="{ECA64EEF-457F-AD47-9B85-CA21A1675EC2}" type="presParOf" srcId="{B81333D1-F7D4-4632-8867-D89B747DBAD1}" destId="{0B1B9C73-5E8E-4CB8-B392-B08D7DD9004E}" srcOrd="48" destOrd="0" presId="urn:microsoft.com/office/officeart/2005/8/layout/default"/>
    <dgm:cxn modelId="{25557C1F-46DE-2544-A3B4-290588748FBC}" type="presParOf" srcId="{B81333D1-F7D4-4632-8867-D89B747DBAD1}" destId="{1FB7F477-71D8-48ED-B264-792E77B9FF6F}" srcOrd="49" destOrd="0" presId="urn:microsoft.com/office/officeart/2005/8/layout/default"/>
    <dgm:cxn modelId="{EA16875A-0D69-6741-AA02-97BC22454D37}" type="presParOf" srcId="{B81333D1-F7D4-4632-8867-D89B747DBAD1}" destId="{4B17B753-9AD4-4890-B9B7-8B2F6BD92810}" srcOrd="50" destOrd="0" presId="urn:microsoft.com/office/officeart/2005/8/layout/default"/>
    <dgm:cxn modelId="{0463AA33-53F7-6441-ADF8-D03AE3787DC5}" type="presParOf" srcId="{B81333D1-F7D4-4632-8867-D89B747DBAD1}" destId="{EFBFC9E3-4489-41A3-BAD1-9E649F15D753}" srcOrd="51" destOrd="0" presId="urn:microsoft.com/office/officeart/2005/8/layout/default"/>
    <dgm:cxn modelId="{94B3F188-28FB-624C-94E4-0DF5A82E71D0}" type="presParOf" srcId="{B81333D1-F7D4-4632-8867-D89B747DBAD1}" destId="{D7D943EB-B2FF-49ED-9DCD-AEAA05D80329}" srcOrd="52" destOrd="0" presId="urn:microsoft.com/office/officeart/2005/8/layout/default"/>
    <dgm:cxn modelId="{E7D27E74-2339-3041-917B-F0416B8662C6}" type="presParOf" srcId="{B81333D1-F7D4-4632-8867-D89B747DBAD1}" destId="{C1D75688-E44F-4183-8E39-A1E3E14BD082}" srcOrd="53" destOrd="0" presId="urn:microsoft.com/office/officeart/2005/8/layout/default"/>
    <dgm:cxn modelId="{26FCB13F-B979-904C-8B82-D3827730462B}" type="presParOf" srcId="{B81333D1-F7D4-4632-8867-D89B747DBAD1}" destId="{16772CFF-12BF-4BC5-B7A8-E918FF7CA1F9}" srcOrd="54" destOrd="0" presId="urn:microsoft.com/office/officeart/2005/8/layout/default"/>
    <dgm:cxn modelId="{9EAE5662-42D6-0E43-AFC9-CF43AD571D0B}" type="presParOf" srcId="{B81333D1-F7D4-4632-8867-D89B747DBAD1}" destId="{5204828E-B4A6-4D6D-9CF1-7FE9CD4DEE0F}" srcOrd="55" destOrd="0" presId="urn:microsoft.com/office/officeart/2005/8/layout/default"/>
    <dgm:cxn modelId="{30328FAE-E74E-544A-92AC-2E91E940C161}" type="presParOf" srcId="{B81333D1-F7D4-4632-8867-D89B747DBAD1}" destId="{C6558E7B-8F54-4773-9E75-E550F618C0C7}" srcOrd="5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84F0C15-D0CE-452A-8427-C29558B44917}">
      <dsp:nvSpPr>
        <dsp:cNvPr id="0" name=""/>
        <dsp:cNvSpPr/>
      </dsp:nvSpPr>
      <dsp:spPr>
        <a:xfrm>
          <a:off x="147205" y="102391"/>
          <a:ext cx="1302299" cy="130229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27A0D8-20FA-464D-BF7F-28FE10FFBC2F}">
      <dsp:nvSpPr>
        <dsp:cNvPr id="0" name=""/>
        <dsp:cNvSpPr/>
      </dsp:nvSpPr>
      <dsp:spPr>
        <a:xfrm>
          <a:off x="420688" y="375874"/>
          <a:ext cx="755333" cy="7553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AE07DE-0DFB-4A25-82B5-4343D8E7AFFF}">
      <dsp:nvSpPr>
        <dsp:cNvPr id="0" name=""/>
        <dsp:cNvSpPr/>
      </dsp:nvSpPr>
      <dsp:spPr>
        <a:xfrm>
          <a:off x="1728569" y="102391"/>
          <a:ext cx="3069706" cy="1302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Organizations rely heavily on computer networks for varied operations. Their network becomes increasingly vulnerable. </a:t>
          </a:r>
        </a:p>
      </dsp:txBody>
      <dsp:txXfrm>
        <a:off x="1728569" y="102391"/>
        <a:ext cx="3069706" cy="1302299"/>
      </dsp:txXfrm>
    </dsp:sp>
    <dsp:sp modelId="{974A6ABA-2F13-4219-9887-99A481102697}">
      <dsp:nvSpPr>
        <dsp:cNvPr id="0" name=""/>
        <dsp:cNvSpPr/>
      </dsp:nvSpPr>
      <dsp:spPr>
        <a:xfrm>
          <a:off x="5333149" y="102391"/>
          <a:ext cx="1302299" cy="130229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3703E1F-79BD-4AE2-8260-5E3F038D494D}">
      <dsp:nvSpPr>
        <dsp:cNvPr id="0" name=""/>
        <dsp:cNvSpPr/>
      </dsp:nvSpPr>
      <dsp:spPr>
        <a:xfrm>
          <a:off x="5606631" y="375874"/>
          <a:ext cx="755333" cy="7553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0CB683-6B69-4009-B890-B86B7F452274}">
      <dsp:nvSpPr>
        <dsp:cNvPr id="0" name=""/>
        <dsp:cNvSpPr/>
      </dsp:nvSpPr>
      <dsp:spPr>
        <a:xfrm>
          <a:off x="6914512" y="102391"/>
          <a:ext cx="3069706" cy="1302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Traditionally networks often focus primarily on connectivity. These networks may not provide adequate security.</a:t>
          </a:r>
        </a:p>
      </dsp:txBody>
      <dsp:txXfrm>
        <a:off x="6914512" y="102391"/>
        <a:ext cx="3069706" cy="1302299"/>
      </dsp:txXfrm>
    </dsp:sp>
    <dsp:sp modelId="{37949672-66BC-4276-8FD5-3B7F4263A4D3}">
      <dsp:nvSpPr>
        <dsp:cNvPr id="0" name=""/>
        <dsp:cNvSpPr/>
      </dsp:nvSpPr>
      <dsp:spPr>
        <a:xfrm>
          <a:off x="147205" y="1980107"/>
          <a:ext cx="1302299" cy="130229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F0A9BE5-8981-48EB-ADA4-CA54E9DBC216}">
      <dsp:nvSpPr>
        <dsp:cNvPr id="0" name=""/>
        <dsp:cNvSpPr/>
      </dsp:nvSpPr>
      <dsp:spPr>
        <a:xfrm>
          <a:off x="420688" y="2253590"/>
          <a:ext cx="755333" cy="7553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6FDD93-1601-434A-94DA-02D428AE1C10}">
      <dsp:nvSpPr>
        <dsp:cNvPr id="0" name=""/>
        <dsp:cNvSpPr/>
      </dsp:nvSpPr>
      <dsp:spPr>
        <a:xfrm>
          <a:off x="1728569" y="1980107"/>
          <a:ext cx="3069706" cy="1302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 secure and scalable network architecture become essential and necessary.</a:t>
          </a:r>
        </a:p>
      </dsp:txBody>
      <dsp:txXfrm>
        <a:off x="1728569" y="1980107"/>
        <a:ext cx="3069706" cy="1302299"/>
      </dsp:txXfrm>
    </dsp:sp>
    <dsp:sp modelId="{B04C559F-B695-4C83-AFCB-B4A29CA28320}">
      <dsp:nvSpPr>
        <dsp:cNvPr id="0" name=""/>
        <dsp:cNvSpPr/>
      </dsp:nvSpPr>
      <dsp:spPr>
        <a:xfrm>
          <a:off x="5333149" y="1980107"/>
          <a:ext cx="1302299" cy="130229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1CAF1-C2F3-428B-922D-5302940BEDB2}">
      <dsp:nvSpPr>
        <dsp:cNvPr id="0" name=""/>
        <dsp:cNvSpPr/>
      </dsp:nvSpPr>
      <dsp:spPr>
        <a:xfrm>
          <a:off x="5606631" y="2253590"/>
          <a:ext cx="755333" cy="75533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EE2137-CC7B-4BA9-94AB-2450C6EF8EB0}">
      <dsp:nvSpPr>
        <dsp:cNvPr id="0" name=""/>
        <dsp:cNvSpPr/>
      </dsp:nvSpPr>
      <dsp:spPr>
        <a:xfrm>
          <a:off x="6914512" y="1980107"/>
          <a:ext cx="3069706" cy="13022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The project’s aim is to</a:t>
          </a:r>
          <a:r>
            <a:rPr lang="en-US" sz="1700" kern="1200">
              <a:latin typeface="Calibri Light" panose="020F0302020204030204"/>
            </a:rPr>
            <a:t> </a:t>
          </a:r>
          <a:r>
            <a:rPr lang="en-US" sz="1700" kern="1200"/>
            <a:t>design and simulate and validate such secure enterprise network.</a:t>
          </a:r>
          <a:endParaRPr lang="en-US" sz="1700" kern="1200">
            <a:latin typeface="Calibri Light" panose="020F0302020204030204"/>
          </a:endParaRPr>
        </a:p>
      </dsp:txBody>
      <dsp:txXfrm>
        <a:off x="6914512" y="1980107"/>
        <a:ext cx="3069706" cy="130229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A567CA-F099-4669-98CB-62F91E16355C}">
      <dsp:nvSpPr>
        <dsp:cNvPr id="0" name=""/>
        <dsp:cNvSpPr/>
      </dsp:nvSpPr>
      <dsp:spPr>
        <a:xfrm>
          <a:off x="608599" y="2509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6C68FF-457C-467D-A694-E536E695087A}">
      <dsp:nvSpPr>
        <dsp:cNvPr id="0" name=""/>
        <dsp:cNvSpPr/>
      </dsp:nvSpPr>
      <dsp:spPr>
        <a:xfrm>
          <a:off x="842599" y="25909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984B80-5131-48E7-A203-558E485BA211}">
      <dsp:nvSpPr>
        <dsp:cNvPr id="0" name=""/>
        <dsp:cNvSpPr/>
      </dsp:nvSpPr>
      <dsp:spPr>
        <a:xfrm>
          <a:off x="257599" y="146509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Human Resources</a:t>
          </a:r>
        </a:p>
      </dsp:txBody>
      <dsp:txXfrm>
        <a:off x="257599" y="1465091"/>
        <a:ext cx="1800000" cy="720000"/>
      </dsp:txXfrm>
    </dsp:sp>
    <dsp:sp modelId="{9D233AFA-4542-480E-AED4-53A6FB1B97DC}">
      <dsp:nvSpPr>
        <dsp:cNvPr id="0" name=""/>
        <dsp:cNvSpPr/>
      </dsp:nvSpPr>
      <dsp:spPr>
        <a:xfrm>
          <a:off x="2723599" y="2509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528FE5-20F4-4B30-A488-88812EFB719F}">
      <dsp:nvSpPr>
        <dsp:cNvPr id="0" name=""/>
        <dsp:cNvSpPr/>
      </dsp:nvSpPr>
      <dsp:spPr>
        <a:xfrm>
          <a:off x="2957599" y="25909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3F771-43DE-46E6-9FD7-67EA3C4CBA3A}">
      <dsp:nvSpPr>
        <dsp:cNvPr id="0" name=""/>
        <dsp:cNvSpPr/>
      </dsp:nvSpPr>
      <dsp:spPr>
        <a:xfrm>
          <a:off x="2372599" y="146509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Finance</a:t>
          </a:r>
        </a:p>
      </dsp:txBody>
      <dsp:txXfrm>
        <a:off x="2372599" y="1465091"/>
        <a:ext cx="1800000" cy="720000"/>
      </dsp:txXfrm>
    </dsp:sp>
    <dsp:sp modelId="{4546D840-5039-4B22-ACC7-70E64E9D01FE}">
      <dsp:nvSpPr>
        <dsp:cNvPr id="0" name=""/>
        <dsp:cNvSpPr/>
      </dsp:nvSpPr>
      <dsp:spPr>
        <a:xfrm>
          <a:off x="4838599" y="2509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742661-8DCC-49AB-84FD-C19C95DE0085}">
      <dsp:nvSpPr>
        <dsp:cNvPr id="0" name=""/>
        <dsp:cNvSpPr/>
      </dsp:nvSpPr>
      <dsp:spPr>
        <a:xfrm>
          <a:off x="5072599" y="25909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0509D7-5B45-4F9C-BA12-D74DAF07656C}">
      <dsp:nvSpPr>
        <dsp:cNvPr id="0" name=""/>
        <dsp:cNvSpPr/>
      </dsp:nvSpPr>
      <dsp:spPr>
        <a:xfrm>
          <a:off x="4487599" y="146509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IT support</a:t>
          </a:r>
        </a:p>
      </dsp:txBody>
      <dsp:txXfrm>
        <a:off x="4487599" y="1465091"/>
        <a:ext cx="1800000" cy="720000"/>
      </dsp:txXfrm>
    </dsp:sp>
    <dsp:sp modelId="{101A65A0-A48D-400E-B11F-D4D4EDADF305}">
      <dsp:nvSpPr>
        <dsp:cNvPr id="0" name=""/>
        <dsp:cNvSpPr/>
      </dsp:nvSpPr>
      <dsp:spPr>
        <a:xfrm>
          <a:off x="608599" y="263509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F2A9BB-ECDD-43CF-A669-5CB0020425B8}">
      <dsp:nvSpPr>
        <dsp:cNvPr id="0" name=""/>
        <dsp:cNvSpPr/>
      </dsp:nvSpPr>
      <dsp:spPr>
        <a:xfrm>
          <a:off x="842599" y="286909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A1689B-D887-42C3-9BCF-F27D0EA81D77}">
      <dsp:nvSpPr>
        <dsp:cNvPr id="0" name=""/>
        <dsp:cNvSpPr/>
      </dsp:nvSpPr>
      <dsp:spPr>
        <a:xfrm>
          <a:off x="257599" y="407509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Customer Service</a:t>
          </a:r>
        </a:p>
      </dsp:txBody>
      <dsp:txXfrm>
        <a:off x="257599" y="4075091"/>
        <a:ext cx="1800000" cy="720000"/>
      </dsp:txXfrm>
    </dsp:sp>
    <dsp:sp modelId="{323E7BE9-BA64-4D0D-A696-76EA3C9960D5}">
      <dsp:nvSpPr>
        <dsp:cNvPr id="0" name=""/>
        <dsp:cNvSpPr/>
      </dsp:nvSpPr>
      <dsp:spPr>
        <a:xfrm>
          <a:off x="2723599" y="263509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3DF2DB-0104-4E89-A70D-651B31A70B5D}">
      <dsp:nvSpPr>
        <dsp:cNvPr id="0" name=""/>
        <dsp:cNvSpPr/>
      </dsp:nvSpPr>
      <dsp:spPr>
        <a:xfrm>
          <a:off x="2957599" y="286909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E96ADCC-7200-4E9D-BE9F-DF1B7FDE376D}">
      <dsp:nvSpPr>
        <dsp:cNvPr id="0" name=""/>
        <dsp:cNvSpPr/>
      </dsp:nvSpPr>
      <dsp:spPr>
        <a:xfrm>
          <a:off x="2372599" y="407509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Administration</a:t>
          </a:r>
        </a:p>
      </dsp:txBody>
      <dsp:txXfrm>
        <a:off x="2372599" y="4075091"/>
        <a:ext cx="1800000" cy="720000"/>
      </dsp:txXfrm>
    </dsp:sp>
    <dsp:sp modelId="{35C69EB5-13EC-4AB7-818C-D1851907C7D1}">
      <dsp:nvSpPr>
        <dsp:cNvPr id="0" name=""/>
        <dsp:cNvSpPr/>
      </dsp:nvSpPr>
      <dsp:spPr>
        <a:xfrm>
          <a:off x="4838599" y="2635091"/>
          <a:ext cx="1098000" cy="1098000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FDB471-C0A5-4A8B-BAE0-9A43A71E22CB}">
      <dsp:nvSpPr>
        <dsp:cNvPr id="0" name=""/>
        <dsp:cNvSpPr/>
      </dsp:nvSpPr>
      <dsp:spPr>
        <a:xfrm>
          <a:off x="5072599" y="2869091"/>
          <a:ext cx="630000" cy="63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05CF66-2E50-4D8E-83D4-4681FA2F7E82}">
      <dsp:nvSpPr>
        <dsp:cNvPr id="0" name=""/>
        <dsp:cNvSpPr/>
      </dsp:nvSpPr>
      <dsp:spPr>
        <a:xfrm>
          <a:off x="4487599" y="4075091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900" kern="1200"/>
            <a:t>Guest Users</a:t>
          </a:r>
        </a:p>
      </dsp:txBody>
      <dsp:txXfrm>
        <a:off x="4487599" y="4075091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FC4253-FAF6-4816-A002-B2B909158EF8}">
      <dsp:nvSpPr>
        <dsp:cNvPr id="0" name=""/>
        <dsp:cNvSpPr/>
      </dsp:nvSpPr>
      <dsp:spPr>
        <a:xfrm>
          <a:off x="3277" y="121298"/>
          <a:ext cx="1163778" cy="6982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Development Methodology</a:t>
          </a:r>
          <a:endParaRPr lang="en-US" sz="1200" kern="1200"/>
        </a:p>
      </dsp:txBody>
      <dsp:txXfrm>
        <a:off x="3277" y="121298"/>
        <a:ext cx="1163778" cy="698266"/>
      </dsp:txXfrm>
    </dsp:sp>
    <dsp:sp modelId="{81BEBC61-EF34-4FC0-9F26-6200693C0015}">
      <dsp:nvSpPr>
        <dsp:cNvPr id="0" name=""/>
        <dsp:cNvSpPr/>
      </dsp:nvSpPr>
      <dsp:spPr>
        <a:xfrm>
          <a:off x="1283433" y="121298"/>
          <a:ext cx="1163778" cy="6982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Phase 1</a:t>
          </a:r>
          <a:endParaRPr lang="en-US" sz="1200" kern="1200"/>
        </a:p>
      </dsp:txBody>
      <dsp:txXfrm>
        <a:off x="1283433" y="121298"/>
        <a:ext cx="1163778" cy="698266"/>
      </dsp:txXfrm>
    </dsp:sp>
    <dsp:sp modelId="{E7034BDC-AB11-4489-B913-48A2A7D7EFB5}">
      <dsp:nvSpPr>
        <dsp:cNvPr id="0" name=""/>
        <dsp:cNvSpPr/>
      </dsp:nvSpPr>
      <dsp:spPr>
        <a:xfrm>
          <a:off x="2563589" y="121298"/>
          <a:ext cx="1163778" cy="69826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Requirement Analysis</a:t>
          </a:r>
        </a:p>
      </dsp:txBody>
      <dsp:txXfrm>
        <a:off x="2563589" y="121298"/>
        <a:ext cx="1163778" cy="698266"/>
      </dsp:txXfrm>
    </dsp:sp>
    <dsp:sp modelId="{52BE2818-00ED-4A9D-B657-320E94F84E28}">
      <dsp:nvSpPr>
        <dsp:cNvPr id="0" name=""/>
        <dsp:cNvSpPr/>
      </dsp:nvSpPr>
      <dsp:spPr>
        <a:xfrm>
          <a:off x="3843745" y="121298"/>
          <a:ext cx="1163778" cy="69826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Study enterprise security requirements</a:t>
          </a:r>
        </a:p>
      </dsp:txBody>
      <dsp:txXfrm>
        <a:off x="3843745" y="121298"/>
        <a:ext cx="1163778" cy="698266"/>
      </dsp:txXfrm>
    </dsp:sp>
    <dsp:sp modelId="{86BAE235-E8DE-4BD0-92AE-9FB5CE0CC6F3}">
      <dsp:nvSpPr>
        <dsp:cNvPr id="0" name=""/>
        <dsp:cNvSpPr/>
      </dsp:nvSpPr>
      <dsp:spPr>
        <a:xfrm>
          <a:off x="5123901" y="121298"/>
          <a:ext cx="1163778" cy="69826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Phase 2</a:t>
          </a:r>
          <a:endParaRPr lang="en-US" sz="1200" kern="1200"/>
        </a:p>
      </dsp:txBody>
      <dsp:txXfrm>
        <a:off x="5123901" y="121298"/>
        <a:ext cx="1163778" cy="698266"/>
      </dsp:txXfrm>
    </dsp:sp>
    <dsp:sp modelId="{A88F71E4-4D56-4A99-8DFF-3D9123647AAA}">
      <dsp:nvSpPr>
        <dsp:cNvPr id="0" name=""/>
        <dsp:cNvSpPr/>
      </dsp:nvSpPr>
      <dsp:spPr>
        <a:xfrm>
          <a:off x="6404057" y="121298"/>
          <a:ext cx="1163778" cy="6982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Network Design</a:t>
          </a:r>
        </a:p>
      </dsp:txBody>
      <dsp:txXfrm>
        <a:off x="6404057" y="121298"/>
        <a:ext cx="1163778" cy="698266"/>
      </dsp:txXfrm>
    </dsp:sp>
    <dsp:sp modelId="{BADE7344-4DC0-4E52-AA83-E122F825A1F6}">
      <dsp:nvSpPr>
        <dsp:cNvPr id="0" name=""/>
        <dsp:cNvSpPr/>
      </dsp:nvSpPr>
      <dsp:spPr>
        <a:xfrm>
          <a:off x="7684213" y="121298"/>
          <a:ext cx="1163778" cy="6982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VLAN planning</a:t>
          </a:r>
        </a:p>
      </dsp:txBody>
      <dsp:txXfrm>
        <a:off x="7684213" y="121298"/>
        <a:ext cx="1163778" cy="698266"/>
      </dsp:txXfrm>
    </dsp:sp>
    <dsp:sp modelId="{E05AD5B6-822E-4D92-8755-F189025785D4}">
      <dsp:nvSpPr>
        <dsp:cNvPr id="0" name=""/>
        <dsp:cNvSpPr/>
      </dsp:nvSpPr>
      <dsp:spPr>
        <a:xfrm>
          <a:off x="8964369" y="121298"/>
          <a:ext cx="1163778" cy="69826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IP addressing</a:t>
          </a:r>
        </a:p>
      </dsp:txBody>
      <dsp:txXfrm>
        <a:off x="8964369" y="121298"/>
        <a:ext cx="1163778" cy="698266"/>
      </dsp:txXfrm>
    </dsp:sp>
    <dsp:sp modelId="{0AA82700-FA5B-4C3E-96B5-F0755B0E270F}">
      <dsp:nvSpPr>
        <dsp:cNvPr id="0" name=""/>
        <dsp:cNvSpPr/>
      </dsp:nvSpPr>
      <dsp:spPr>
        <a:xfrm>
          <a:off x="3277" y="935943"/>
          <a:ext cx="1163778" cy="69826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Phase 3</a:t>
          </a:r>
          <a:endParaRPr lang="en-US" sz="1200" kern="1200"/>
        </a:p>
      </dsp:txBody>
      <dsp:txXfrm>
        <a:off x="3277" y="935943"/>
        <a:ext cx="1163778" cy="698266"/>
      </dsp:txXfrm>
    </dsp:sp>
    <dsp:sp modelId="{905C6308-3AE1-4E60-B02F-B0557DA69C2F}">
      <dsp:nvSpPr>
        <dsp:cNvPr id="0" name=""/>
        <dsp:cNvSpPr/>
      </dsp:nvSpPr>
      <dsp:spPr>
        <a:xfrm>
          <a:off x="1283433" y="935943"/>
          <a:ext cx="1163778" cy="69826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Implementation</a:t>
          </a:r>
        </a:p>
      </dsp:txBody>
      <dsp:txXfrm>
        <a:off x="1283433" y="935943"/>
        <a:ext cx="1163778" cy="698266"/>
      </dsp:txXfrm>
    </dsp:sp>
    <dsp:sp modelId="{CEF46367-A859-4357-943C-1B9800EF840D}">
      <dsp:nvSpPr>
        <dsp:cNvPr id="0" name=""/>
        <dsp:cNvSpPr/>
      </dsp:nvSpPr>
      <dsp:spPr>
        <a:xfrm>
          <a:off x="2563589" y="935943"/>
          <a:ext cx="1163778" cy="6982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Configure routers</a:t>
          </a:r>
        </a:p>
      </dsp:txBody>
      <dsp:txXfrm>
        <a:off x="2563589" y="935943"/>
        <a:ext cx="1163778" cy="698266"/>
      </dsp:txXfrm>
    </dsp:sp>
    <dsp:sp modelId="{AEE98A1A-4ACB-47D6-91BA-C64AEDC89E78}">
      <dsp:nvSpPr>
        <dsp:cNvPr id="0" name=""/>
        <dsp:cNvSpPr/>
      </dsp:nvSpPr>
      <dsp:spPr>
        <a:xfrm>
          <a:off x="3843745" y="935943"/>
          <a:ext cx="1163778" cy="6982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Configure switches</a:t>
          </a:r>
        </a:p>
      </dsp:txBody>
      <dsp:txXfrm>
        <a:off x="3843745" y="935943"/>
        <a:ext cx="1163778" cy="698266"/>
      </dsp:txXfrm>
    </dsp:sp>
    <dsp:sp modelId="{238F9DA3-39F9-4A08-BE9A-2953C846100A}">
      <dsp:nvSpPr>
        <dsp:cNvPr id="0" name=""/>
        <dsp:cNvSpPr/>
      </dsp:nvSpPr>
      <dsp:spPr>
        <a:xfrm>
          <a:off x="5123901" y="935943"/>
          <a:ext cx="1163778" cy="69826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Configure servers</a:t>
          </a:r>
        </a:p>
      </dsp:txBody>
      <dsp:txXfrm>
        <a:off x="5123901" y="935943"/>
        <a:ext cx="1163778" cy="698266"/>
      </dsp:txXfrm>
    </dsp:sp>
    <dsp:sp modelId="{582B3A8B-350B-4F03-B5C5-CE986E5CA125}">
      <dsp:nvSpPr>
        <dsp:cNvPr id="0" name=""/>
        <dsp:cNvSpPr/>
      </dsp:nvSpPr>
      <dsp:spPr>
        <a:xfrm>
          <a:off x="6404057" y="935943"/>
          <a:ext cx="1163778" cy="69826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Phase 4</a:t>
          </a:r>
          <a:endParaRPr lang="en-US" sz="1200" kern="1200"/>
        </a:p>
      </dsp:txBody>
      <dsp:txXfrm>
        <a:off x="6404057" y="935943"/>
        <a:ext cx="1163778" cy="698266"/>
      </dsp:txXfrm>
    </dsp:sp>
    <dsp:sp modelId="{6358A56E-3DA2-4A25-BBC2-CF9517BA366D}">
      <dsp:nvSpPr>
        <dsp:cNvPr id="0" name=""/>
        <dsp:cNvSpPr/>
      </dsp:nvSpPr>
      <dsp:spPr>
        <a:xfrm>
          <a:off x="7684213" y="935943"/>
          <a:ext cx="1163778" cy="69826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Security Configuration</a:t>
          </a:r>
        </a:p>
      </dsp:txBody>
      <dsp:txXfrm>
        <a:off x="7684213" y="935943"/>
        <a:ext cx="1163778" cy="698266"/>
      </dsp:txXfrm>
    </dsp:sp>
    <dsp:sp modelId="{7F092D91-291A-4847-AF97-373FF6959531}">
      <dsp:nvSpPr>
        <dsp:cNvPr id="0" name=""/>
        <dsp:cNvSpPr/>
      </dsp:nvSpPr>
      <dsp:spPr>
        <a:xfrm>
          <a:off x="8964369" y="935943"/>
          <a:ext cx="1163778" cy="6982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ACL</a:t>
          </a:r>
        </a:p>
      </dsp:txBody>
      <dsp:txXfrm>
        <a:off x="8964369" y="935943"/>
        <a:ext cx="1163778" cy="698266"/>
      </dsp:txXfrm>
    </dsp:sp>
    <dsp:sp modelId="{A256B1E3-1321-4E25-86B6-3A12638E3997}">
      <dsp:nvSpPr>
        <dsp:cNvPr id="0" name=""/>
        <dsp:cNvSpPr/>
      </dsp:nvSpPr>
      <dsp:spPr>
        <a:xfrm>
          <a:off x="3277" y="1750588"/>
          <a:ext cx="1163778" cy="6982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Port Security</a:t>
          </a:r>
        </a:p>
      </dsp:txBody>
      <dsp:txXfrm>
        <a:off x="3277" y="1750588"/>
        <a:ext cx="1163778" cy="698266"/>
      </dsp:txXfrm>
    </dsp:sp>
    <dsp:sp modelId="{DB4F3F2E-1AB8-44E8-9E5E-6931B413E88F}">
      <dsp:nvSpPr>
        <dsp:cNvPr id="0" name=""/>
        <dsp:cNvSpPr/>
      </dsp:nvSpPr>
      <dsp:spPr>
        <a:xfrm>
          <a:off x="1283433" y="1750588"/>
          <a:ext cx="1163778" cy="69826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DHCP Snooping</a:t>
          </a:r>
        </a:p>
      </dsp:txBody>
      <dsp:txXfrm>
        <a:off x="1283433" y="1750588"/>
        <a:ext cx="1163778" cy="698266"/>
      </dsp:txXfrm>
    </dsp:sp>
    <dsp:sp modelId="{F3560F31-2FC4-4F2F-9C7A-BD27B988E0EA}">
      <dsp:nvSpPr>
        <dsp:cNvPr id="0" name=""/>
        <dsp:cNvSpPr/>
      </dsp:nvSpPr>
      <dsp:spPr>
        <a:xfrm>
          <a:off x="2563589" y="1750588"/>
          <a:ext cx="1163778" cy="69826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SSH</a:t>
          </a:r>
        </a:p>
      </dsp:txBody>
      <dsp:txXfrm>
        <a:off x="2563589" y="1750588"/>
        <a:ext cx="1163778" cy="698266"/>
      </dsp:txXfrm>
    </dsp:sp>
    <dsp:sp modelId="{CE4B03DA-A44C-4796-BBE0-EBCEA308267B}">
      <dsp:nvSpPr>
        <dsp:cNvPr id="0" name=""/>
        <dsp:cNvSpPr/>
      </dsp:nvSpPr>
      <dsp:spPr>
        <a:xfrm>
          <a:off x="3843745" y="1750588"/>
          <a:ext cx="1163778" cy="69826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Phase 5</a:t>
          </a:r>
          <a:endParaRPr lang="en-US" sz="1200" kern="1200"/>
        </a:p>
      </dsp:txBody>
      <dsp:txXfrm>
        <a:off x="3843745" y="1750588"/>
        <a:ext cx="1163778" cy="698266"/>
      </dsp:txXfrm>
    </dsp:sp>
    <dsp:sp modelId="{3CAC142B-386C-40CC-B4B1-918A2F054D11}">
      <dsp:nvSpPr>
        <dsp:cNvPr id="0" name=""/>
        <dsp:cNvSpPr/>
      </dsp:nvSpPr>
      <dsp:spPr>
        <a:xfrm>
          <a:off x="5123901" y="1750588"/>
          <a:ext cx="1163778" cy="6982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Attack Simulation</a:t>
          </a:r>
        </a:p>
      </dsp:txBody>
      <dsp:txXfrm>
        <a:off x="5123901" y="1750588"/>
        <a:ext cx="1163778" cy="698266"/>
      </dsp:txXfrm>
    </dsp:sp>
    <dsp:sp modelId="{B77F08F1-BBAC-40E4-8FB7-AA2051292D75}">
      <dsp:nvSpPr>
        <dsp:cNvPr id="0" name=""/>
        <dsp:cNvSpPr/>
      </dsp:nvSpPr>
      <dsp:spPr>
        <a:xfrm>
          <a:off x="6404057" y="1750588"/>
          <a:ext cx="1163778" cy="6982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Unauthorized device</a:t>
          </a:r>
        </a:p>
      </dsp:txBody>
      <dsp:txXfrm>
        <a:off x="6404057" y="1750588"/>
        <a:ext cx="1163778" cy="698266"/>
      </dsp:txXfrm>
    </dsp:sp>
    <dsp:sp modelId="{9CFEC2E3-7456-479A-AD0D-8067FE30810A}">
      <dsp:nvSpPr>
        <dsp:cNvPr id="0" name=""/>
        <dsp:cNvSpPr/>
      </dsp:nvSpPr>
      <dsp:spPr>
        <a:xfrm>
          <a:off x="7684213" y="1750588"/>
          <a:ext cx="1163778" cy="69826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Rogue DHCP</a:t>
          </a:r>
        </a:p>
      </dsp:txBody>
      <dsp:txXfrm>
        <a:off x="7684213" y="1750588"/>
        <a:ext cx="1163778" cy="698266"/>
      </dsp:txXfrm>
    </dsp:sp>
    <dsp:sp modelId="{3B8526D1-A33C-4F99-8CA7-735986C17698}">
      <dsp:nvSpPr>
        <dsp:cNvPr id="0" name=""/>
        <dsp:cNvSpPr/>
      </dsp:nvSpPr>
      <dsp:spPr>
        <a:xfrm>
          <a:off x="8964369" y="1750588"/>
          <a:ext cx="1163778" cy="69826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Access violation</a:t>
          </a:r>
        </a:p>
      </dsp:txBody>
      <dsp:txXfrm>
        <a:off x="8964369" y="1750588"/>
        <a:ext cx="1163778" cy="698266"/>
      </dsp:txXfrm>
    </dsp:sp>
    <dsp:sp modelId="{0B1B9C73-5E8E-4CB8-B392-B08D7DD9004E}">
      <dsp:nvSpPr>
        <dsp:cNvPr id="0" name=""/>
        <dsp:cNvSpPr/>
      </dsp:nvSpPr>
      <dsp:spPr>
        <a:xfrm>
          <a:off x="1923511" y="2565233"/>
          <a:ext cx="1163778" cy="698266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Phase 6</a:t>
          </a:r>
          <a:endParaRPr lang="en-US" sz="1200" kern="1200"/>
        </a:p>
      </dsp:txBody>
      <dsp:txXfrm>
        <a:off x="1923511" y="2565233"/>
        <a:ext cx="1163778" cy="698266"/>
      </dsp:txXfrm>
    </dsp:sp>
    <dsp:sp modelId="{4B17B753-9AD4-4890-B9B7-8B2F6BD92810}">
      <dsp:nvSpPr>
        <dsp:cNvPr id="0" name=""/>
        <dsp:cNvSpPr/>
      </dsp:nvSpPr>
      <dsp:spPr>
        <a:xfrm>
          <a:off x="3203667" y="2565233"/>
          <a:ext cx="1163778" cy="698266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Performance Analysis</a:t>
          </a:r>
        </a:p>
      </dsp:txBody>
      <dsp:txXfrm>
        <a:off x="3203667" y="2565233"/>
        <a:ext cx="1163778" cy="698266"/>
      </dsp:txXfrm>
    </dsp:sp>
    <dsp:sp modelId="{D7D943EB-B2FF-49ED-9DCD-AEAA05D80329}">
      <dsp:nvSpPr>
        <dsp:cNvPr id="0" name=""/>
        <dsp:cNvSpPr/>
      </dsp:nvSpPr>
      <dsp:spPr>
        <a:xfrm>
          <a:off x="4483823" y="2565233"/>
          <a:ext cx="1163778" cy="698266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Ping</a:t>
          </a:r>
        </a:p>
      </dsp:txBody>
      <dsp:txXfrm>
        <a:off x="4483823" y="2565233"/>
        <a:ext cx="1163778" cy="698266"/>
      </dsp:txXfrm>
    </dsp:sp>
    <dsp:sp modelId="{16772CFF-12BF-4BC5-B7A8-E918FF7CA1F9}">
      <dsp:nvSpPr>
        <dsp:cNvPr id="0" name=""/>
        <dsp:cNvSpPr/>
      </dsp:nvSpPr>
      <dsp:spPr>
        <a:xfrm>
          <a:off x="5763979" y="2565233"/>
          <a:ext cx="1163778" cy="698266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Traceroute</a:t>
          </a:r>
        </a:p>
      </dsp:txBody>
      <dsp:txXfrm>
        <a:off x="5763979" y="2565233"/>
        <a:ext cx="1163778" cy="698266"/>
      </dsp:txXfrm>
    </dsp:sp>
    <dsp:sp modelId="{C6558E7B-8F54-4773-9E75-E550F618C0C7}">
      <dsp:nvSpPr>
        <dsp:cNvPr id="0" name=""/>
        <dsp:cNvSpPr/>
      </dsp:nvSpPr>
      <dsp:spPr>
        <a:xfrm>
          <a:off x="7044135" y="2565233"/>
          <a:ext cx="1163778" cy="698266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Packet monitoring</a:t>
          </a:r>
        </a:p>
      </dsp:txBody>
      <dsp:txXfrm>
        <a:off x="7044135" y="2565233"/>
        <a:ext cx="1163778" cy="6982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7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12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50C84B-D3E6-A844-8C64-BFB05D1DDE77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B0FD16-F99E-C249-9958-5B887EB8DD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626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633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89919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2972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36689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248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910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5156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806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3521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659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604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356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41769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428007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4033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B0FD16-F99E-C249-9958-5B887EB8DDB5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98560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4901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603694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67290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363186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303607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732493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92986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32527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435093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796182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777470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671922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911234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696806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420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7293224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122114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r>
              <a:rPr lang="en-US"/>
              <a:t>
           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57DF4D-D974-434D-9D64-40B7405DF5F0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9871446"/>
      </p:ext>
    </p:extLst>
  </p:cSld>
  <p:clrMapOvr>
    <a:masterClrMapping/>
  </p:clrMapOvr>
  <p:transition>
    <p:fade/>
  </p:transition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19270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12" r:id="rId1"/>
    <p:sldLayoutId id="2147484813" r:id="rId2"/>
    <p:sldLayoutId id="2147484814" r:id="rId3"/>
    <p:sldLayoutId id="2147484815" r:id="rId4"/>
    <p:sldLayoutId id="2147484816" r:id="rId5"/>
    <p:sldLayoutId id="2147484817" r:id="rId6"/>
    <p:sldLayoutId id="2147484818" r:id="rId7"/>
    <p:sldLayoutId id="2147484819" r:id="rId8"/>
    <p:sldLayoutId id="2147484820" r:id="rId9"/>
    <p:sldLayoutId id="2147484821" r:id="rId10"/>
    <p:sldLayoutId id="2147484822" r:id="rId11"/>
    <p:sldLayoutId id="2147484823" r:id="rId12"/>
    <p:sldLayoutId id="2147484824" r:id="rId13"/>
    <p:sldLayoutId id="2147484825" r:id="rId14"/>
    <p:sldLayoutId id="2147484826" r:id="rId15"/>
    <p:sldLayoutId id="2147484827" r:id="rId16"/>
    <p:sldLayoutId id="2147484828" r:id="rId17"/>
    <p:sldLayoutId id="2147484829" r:id="rId18"/>
  </p:sldLayoutIdLst>
  <p:transition>
    <p:fade/>
  </p:transition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3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image" Target="../media/image1.jpeg"/><Relationship Id="rId9" Type="http://schemas.microsoft.com/office/2007/relationships/diagramDrawing" Target="../diagrams/drawing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image" Target="../media/image1.jpeg"/><Relationship Id="rId7" Type="http://schemas.openxmlformats.org/officeDocument/2006/relationships/diagramColors" Target="../diagrams/colors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9C946AC-2072-4946-A2B8-39F09D0944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748C8C8-F348-4D00-852A-26DD9EBCC2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555"/>
          <a:stretch/>
        </p:blipFill>
        <p:spPr>
          <a:xfrm>
            <a:off x="0" y="0"/>
            <a:ext cx="6026763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699E8C-7E52-06C9-89A4-974F8CD3AE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4903" y="1372973"/>
            <a:ext cx="4513792" cy="2819398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700">
                <a:solidFill>
                  <a:srgbClr val="FFFFFF"/>
                </a:solidFill>
              </a:rPr>
              <a:t>Design and Simulation of a Multi-Layer Secure Enterprise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843B6-63DB-007D-CC94-9C1D628C0E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903" y="4614561"/>
            <a:ext cx="3514955" cy="1264509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endParaRPr lang="en-US" sz="2000" b="1" dirty="0">
              <a:solidFill>
                <a:srgbClr val="FFFFFF"/>
              </a:solidFill>
              <a:ea typeface="Calibri"/>
              <a:cs typeface="Calibri"/>
            </a:endParaRPr>
          </a:p>
          <a:p>
            <a:pPr algn="l">
              <a:lnSpc>
                <a:spcPct val="90000"/>
              </a:lnSpc>
            </a:pPr>
            <a:r>
              <a:rPr lang="en-US" sz="2000" b="1" dirty="0">
                <a:solidFill>
                  <a:srgbClr val="FFFFFF"/>
                </a:solidFill>
              </a:rPr>
              <a:t>Submitted by</a:t>
            </a:r>
            <a:br>
              <a:rPr lang="en-US" sz="2000" b="1"/>
            </a:br>
            <a:r>
              <a:rPr lang="en-US" sz="2000" b="1">
                <a:solidFill>
                  <a:srgbClr val="FFFFFF"/>
                </a:solidFill>
              </a:rPr>
              <a:t>Aarya Joshi</a:t>
            </a:r>
            <a:br>
              <a:rPr lang="en-US" sz="2000" b="1" dirty="0"/>
            </a:br>
            <a:r>
              <a:rPr lang="en-US" sz="2000" b="1" dirty="0">
                <a:solidFill>
                  <a:srgbClr val="FFFFFF"/>
                </a:solidFill>
              </a:rPr>
              <a:t>24BCE2931</a:t>
            </a:r>
            <a:endParaRPr lang="en-US" sz="2000" b="1" dirty="0">
              <a:solidFill>
                <a:srgbClr val="FFFFFF"/>
              </a:solidFill>
              <a:ea typeface="Calibri"/>
              <a:cs typeface="Calibri"/>
            </a:endParaRPr>
          </a:p>
        </p:txBody>
      </p:sp>
      <p:sp useBgFill="1">
        <p:nvSpPr>
          <p:cNvPr id="16" name="Freeform 5">
            <a:extLst>
              <a:ext uri="{FF2B5EF4-FFF2-40B4-BE49-F238E27FC236}">
                <a16:creationId xmlns:a16="http://schemas.microsoft.com/office/drawing/2014/main" id="{559FD8B5-8CC4-4CFE-BD2A-1216B1F2C3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8" name="Freeform 14">
            <a:extLst>
              <a:ext uri="{FF2B5EF4-FFF2-40B4-BE49-F238E27FC236}">
                <a16:creationId xmlns:a16="http://schemas.microsoft.com/office/drawing/2014/main" id="{9ECF13F4-3D2A-4F2E-9BBD-3038670D21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9660E16-DCC0-4B6C-8E84-4C29258005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29130F79-611E-4458-B53E-36A2572171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2EA78691-46E9-469A-921B-9D16933E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CA4AA196-3090-4283-ADF0-893F810858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1FD33794-9D71-4B08-AE11-8B589EFBA2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38AFBF0E-867E-4181-93DF-9A13F334B01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C7EA8258-0459-4037-BABC-B1A0A5D70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E8BB355F-363A-4046-90AF-3DDB7AA184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9334308-B9EC-41CF-8B6C-23FB134BA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0781133-0656-4918-BE6A-703C148ED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B4F93AD-8044-447B-8CAC-8A06971603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EAA78689-5B7A-4420-A3DC-0EA0815835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F09CC934-4D78-4334-8B7F-4D0C13D6C9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68DA411-6F43-42CF-8A08-B2871E382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3417563A-04A5-4952-AA6D-E503558C5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A41B232-E630-4AC7-9A97-763529D705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7EABA1A2-F7BA-4FB5-AD0A-A4DBBCF6F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EA99E51-908F-4D65-AC2B-A8E75A1FE4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5F2D126B-7D1C-4D2C-97D5-2D8C686B78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B20164-1C4E-4FA3-A2E5-389E740773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C54E7AD9-228F-47CD-A598-CB579B489A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D7D2B81A-6082-4668-8AA7-F2757C8EC2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469BD5F-3BFE-4BA0-A24F-7F80A73B82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224D532A-F49F-4BB9-AAA6-8B2B89CB6F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2224AE-40A4-483D-991E-9490A01B76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D3DE117-F3FA-4657-B4A7-40DE41238F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D85EA1EB-1126-463C-AD87-4FB126C6FF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90336723-7646-4B25-9EE9-519CC8334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652B6D8B-5579-4262-9376-B702382B0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07893BD-D1AE-48C1-91A9-D478793762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0C6FEEA5-8E66-4C31-92AD-01305FF48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3E18335-591C-4354-9390-DD371BB3F9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151098D0-C2B4-4D61-92D5-C81DDBDA22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3EACD9C3-3E01-47CF-BC68-BDAE22E30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80A5C950-6480-44E0-9D50-F193147D55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68F1BDE-24EB-4308-AB69-F353C8598B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D83E12EF-845B-41E6-BA82-F6CD46C0FE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E646EE72-4D70-46B4-B655-74722AAC2A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72BB073B-89FD-4B47-814B-A8EE7A1EE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EEE25488-63A9-43E5-A03F-2E628C3B21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2BE7FDEE-BD70-4D8F-B5CE-4D03F1D00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3039673A-8522-4BFC-B8B2-7F2FEAED41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47AB08C4-AF01-4D1D-90EA-A4113CFF99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FC8E7B06-FF45-4365-9DF4-E8E315A5B3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8F00765-F5EC-427C-A7A1-CDFA0406F2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2FE1EF8A-C81D-4879-9142-3697CA0BCB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D80C0B62-6F07-4DD2-B308-F3C29F29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9C7C8CB-2D13-4138-B3C1-B78EC19B59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EB1BC7E-04BC-423C-843D-7C149C25A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A8BA62C3-B17C-4AD0-B585-1C42ED7456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1B6F8BD1-22F9-4EE2-93C7-F859F3B990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B173F2AA-33AE-4A43-AFA9-50C60D6F68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16339DB1-5BB0-42C5-B12D-7555AD403D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1413BF1A-CE02-41EB-8977-EBE39AE0DA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7899680C-3DC7-4B71-8D34-7EE8306FE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13B57EA5-419A-4EE0-BB93-356B12F6D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37A79B15-73B1-417F-A985-25FBC893F7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566DE9DC-92E2-44D8-B7D0-D1295DD8F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A9A1F3CD-685D-4541-8715-91E39B1E23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C63E90F9-BD80-4805-A68E-CA56D5249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1014402D-979B-4D18-9E85-4D8F6C986F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2A04AE49-4B0B-4908-B1DB-480F568D28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3293E6AC-4EF0-4B88-AC7E-BCB112010B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6344B49D-AFCD-4426-AC08-F3128282C3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83B776AB-0884-47E4-AC8D-69A19A6103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1EC5397-87DB-4803-855B-44DFE9BBB81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8EF0075-59DA-4C16-BF01-C65EE2DDD8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ABF3642-CC62-4EA5-8A59-1AFF97A560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F7715913-AE6D-4FFC-A6EC-E7EE027D2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46B78CB6-17D0-445E-A523-FD18D3BE29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783E7655-41DA-4DFA-9DEC-FD37064F0A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5E953697-F897-4DE0-B735-80C721129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7C7CED19-0566-4D81-A59A-5A3561F1B7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E247A59-B18F-4331-BC8D-07C3DA5E8E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F21C3132-6A07-4EB5-A00C-2176067CB1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4067D677-3FA9-4187-B1CA-F6298A917C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82E9FC80-B3E8-47CE-862C-9F6E9E598A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2D383F3C-A57C-472A-9E05-CCD8A4F8E5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E534D376-6ABA-4DF9-BBEA-EB5A881804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Graphic 6" descr="Server">
            <a:extLst>
              <a:ext uri="{FF2B5EF4-FFF2-40B4-BE49-F238E27FC236}">
                <a16:creationId xmlns:a16="http://schemas.microsoft.com/office/drawing/2014/main" id="{B2C20550-2281-C525-48C0-58E6845C9B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55001" y="2191639"/>
            <a:ext cx="3686910" cy="3686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4362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6C269-582A-F3F5-2D0E-1357764CD0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947195"/>
            <a:ext cx="10131425" cy="1456267"/>
          </a:xfrm>
        </p:spPr>
        <p:txBody>
          <a:bodyPr>
            <a:normAutofit/>
          </a:bodyPr>
          <a:lstStyle/>
          <a:p>
            <a:r>
              <a:rPr lang="en-US"/>
              <a:t>Introduction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B00D346F-534C-787E-A442-16682A4DD06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60956087"/>
              </p:ext>
            </p:extLst>
          </p:nvPr>
        </p:nvGraphicFramePr>
        <p:xfrm>
          <a:off x="685800" y="2406400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981812902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A53ED3FC-3BE8-4F1F-BEF1-74B1C721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1B62BA6-3E4E-D66B-6973-2A218D695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116" y="1174186"/>
            <a:ext cx="6456437" cy="152158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/>
              <a:t>Company Background</a:t>
            </a:r>
            <a:br>
              <a:rPr lang="en-US" sz="3300"/>
            </a:br>
            <a:r>
              <a:rPr lang="en-US" sz="3300"/>
              <a:t>SecurePay Technologies Pvt. Ltd.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136E62-E729-F365-19F5-9741D2045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1116" y="2312413"/>
            <a:ext cx="6282266" cy="36491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SecurePay Technologies is a fictional FinTech company providing:</a:t>
            </a:r>
            <a:endParaRPr lang="en-US">
              <a:ea typeface="Calibri"/>
              <a:cs typeface="Calibri"/>
            </a:endParaRPr>
          </a:p>
          <a:p>
            <a:pPr lvl="1"/>
            <a:r>
              <a:rPr lang="en-US" sz="1800"/>
              <a:t>Online payment processing</a:t>
            </a:r>
            <a:endParaRPr lang="en-US" sz="1800">
              <a:ea typeface="Calibri"/>
              <a:cs typeface="Calibri"/>
            </a:endParaRPr>
          </a:p>
          <a:p>
            <a:pPr lvl="1"/>
            <a:r>
              <a:rPr lang="en-US" sz="1800"/>
              <a:t>Digital Financing transactions</a:t>
            </a:r>
            <a:endParaRPr lang="en-US" sz="1800">
              <a:ea typeface="Calibri"/>
              <a:cs typeface="Calibri"/>
            </a:endParaRPr>
          </a:p>
          <a:p>
            <a:pPr lvl="1"/>
            <a:r>
              <a:rPr lang="en-US" sz="1800"/>
              <a:t>Customer account management</a:t>
            </a:r>
            <a:endParaRPr lang="en-US" sz="1800">
              <a:ea typeface="Calibri"/>
              <a:cs typeface="Calibri"/>
            </a:endParaRPr>
          </a:p>
          <a:p>
            <a:pPr lvl="1"/>
            <a:r>
              <a:rPr lang="en-US" sz="1800"/>
              <a:t>Financial data storage</a:t>
            </a:r>
            <a:endParaRPr lang="en-US" sz="1800">
              <a:ea typeface="Calibri"/>
              <a:cs typeface="Calibri"/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2FDF5D2-5CE7-DC95-7B37-E1878A28F83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t="13984" r="-2" b="13216"/>
          <a:stretch>
            <a:fillRect/>
          </a:stretch>
        </p:blipFill>
        <p:spPr>
          <a:xfrm>
            <a:off x="7590936" y="1161182"/>
            <a:ext cx="3445714" cy="4459435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383715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69">
            <a:extLst>
              <a:ext uri="{FF2B5EF4-FFF2-40B4-BE49-F238E27FC236}">
                <a16:creationId xmlns:a16="http://schemas.microsoft.com/office/drawing/2014/main" id="{42476583-CC33-45CE-B51B-215B5673CD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 useBgFill="1">
        <p:nvSpPr>
          <p:cNvPr id="69" name="Rectangle 68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BC1CF0-CCCC-F6EC-B4B9-EDF1CECE5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43466"/>
            <a:ext cx="2590799" cy="499533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>
                <a:solidFill>
                  <a:srgbClr val="FFFFFF"/>
                </a:solidFill>
              </a:rPr>
              <a:t>Departments</a:t>
            </a:r>
          </a:p>
        </p:txBody>
      </p: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DB60B21A-D13C-E8F2-F91C-14CD4B3D61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45163537"/>
              </p:ext>
            </p:extLst>
          </p:nvPr>
        </p:nvGraphicFramePr>
        <p:xfrm>
          <a:off x="4808601" y="901700"/>
          <a:ext cx="6545199" cy="48201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39229931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53ED3FC-3BE8-4F1F-BEF1-74B1C7217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D35268-0FF4-8803-D46E-621A418BC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2" y="686765"/>
            <a:ext cx="6282266" cy="145626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44CBB-7C8C-8741-233C-A3F66ECD81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2" y="2142067"/>
            <a:ext cx="6282266" cy="3649133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Many organizations use poorly segmented networks where multiple departments share common resources. Such environments suffer from unauthorized access. </a:t>
            </a:r>
          </a:p>
          <a:p>
            <a:pPr marL="0" indent="0">
              <a:buNone/>
            </a:pPr>
            <a:r>
              <a:rPr lang="en-US" dirty="0"/>
              <a:t>Hence, there is a need for a secure network architecture capable of:</a:t>
            </a:r>
          </a:p>
          <a:p>
            <a:r>
              <a:rPr lang="en-US" sz="1800" dirty="0">
                <a:ea typeface="Calibri"/>
                <a:cs typeface="Calibri"/>
              </a:rPr>
              <a:t>Detecting and preventing unauthorized access attempts.</a:t>
            </a:r>
          </a:p>
          <a:p>
            <a:r>
              <a:rPr lang="en-US" dirty="0">
                <a:ea typeface="Calibri"/>
                <a:cs typeface="Calibri"/>
              </a:rPr>
              <a:t>Protecting critical organizational resources.</a:t>
            </a:r>
          </a:p>
          <a:p>
            <a:r>
              <a:rPr lang="en-US" sz="1800" dirty="0">
                <a:ea typeface="Calibri"/>
                <a:cs typeface="Calibri"/>
              </a:rPr>
              <a:t>Implementing multi</a:t>
            </a:r>
            <a:r>
              <a:rPr lang="en-US" dirty="0">
                <a:ea typeface="Calibri"/>
                <a:cs typeface="Calibri"/>
              </a:rPr>
              <a:t>ple layers of network defense.</a:t>
            </a:r>
          </a:p>
          <a:p>
            <a:r>
              <a:rPr lang="en-US" sz="1800" dirty="0">
                <a:ea typeface="Calibri"/>
                <a:cs typeface="Calibri"/>
              </a:rPr>
              <a:t>Evaluating the effectiveness of different Cisco security mechanisms.</a:t>
            </a:r>
          </a:p>
          <a:p>
            <a:r>
              <a:rPr lang="en-US" dirty="0">
                <a:ea typeface="Calibri"/>
                <a:cs typeface="Calibri"/>
              </a:rPr>
              <a:t>Ensuring secure and reliable client and server communication.</a:t>
            </a:r>
            <a:endParaRPr lang="en-US" sz="1800" dirty="0">
              <a:ea typeface="Calibri"/>
              <a:cs typeface="Calibri"/>
            </a:endParaRPr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3DD6DB56-423A-72D4-DB84-329F54C7355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5"/>
          <a:srcRect t="1330" r="-2" b="5671"/>
          <a:stretch>
            <a:fillRect/>
          </a:stretch>
        </p:blipFill>
        <p:spPr>
          <a:xfrm>
            <a:off x="7590945" y="990600"/>
            <a:ext cx="3445696" cy="4800599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95482-D8A1-AA1A-4D78-B6D5470F5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700" b="0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46F136-1C10-7598-7568-6574FDF1D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70C12960-6E85-460F-B6E3-5B82CB31AF3D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2429290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D9FEB4-2266-BE96-1C7C-797196BB1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Existing system 1</a:t>
            </a:r>
            <a:br>
              <a:rPr lang="en-US"/>
            </a:br>
            <a:r>
              <a:rPr lang="en-US"/>
              <a:t>Traditional Flat Enterprise Network</a:t>
            </a:r>
          </a:p>
        </p:txBody>
      </p:sp>
      <p:pic>
        <p:nvPicPr>
          <p:cNvPr id="30" name="Picture 29" descr="Top view of cubes connected with black lines">
            <a:extLst>
              <a:ext uri="{FF2B5EF4-FFF2-40B4-BE49-F238E27FC236}">
                <a16:creationId xmlns:a16="http://schemas.microsoft.com/office/drawing/2014/main" id="{EF90ACA0-73D3-6F55-258D-730D6866CCB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803" r="19499" b="3"/>
          <a:stretch>
            <a:fillRect/>
          </a:stretch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1FE59E-C143-FE69-3251-F3E6673CEE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 fontScale="92500" lnSpcReduction="10000"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/>
              <a:t>Description: All devices are connected within the same network without logical separation.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/>
              <a:t>Reference: Cisco Enterprise Campus Design Guide</a:t>
            </a:r>
          </a:p>
          <a:p>
            <a:pPr marL="0" indent="0">
              <a:lnSpc>
                <a:spcPct val="90000"/>
              </a:lnSpc>
              <a:buNone/>
            </a:pPr>
            <a:endParaRPr lang="en-US"/>
          </a:p>
          <a:p>
            <a:pPr marL="0" indent="0">
              <a:lnSpc>
                <a:spcPct val="90000"/>
              </a:lnSpc>
              <a:buNone/>
            </a:pPr>
            <a:r>
              <a:rPr lang="en-US"/>
              <a:t>Advantages: </a:t>
            </a:r>
          </a:p>
          <a:p>
            <a:pPr>
              <a:lnSpc>
                <a:spcPct val="90000"/>
              </a:lnSpc>
            </a:pPr>
            <a:r>
              <a:rPr lang="en-US"/>
              <a:t>Simple deployment</a:t>
            </a:r>
          </a:p>
          <a:p>
            <a:pPr>
              <a:lnSpc>
                <a:spcPct val="90000"/>
              </a:lnSpc>
            </a:pPr>
            <a:r>
              <a:rPr lang="en-US"/>
              <a:t>Low cost</a:t>
            </a:r>
          </a:p>
          <a:p>
            <a:pPr>
              <a:lnSpc>
                <a:spcPct val="90000"/>
              </a:lnSpc>
            </a:pPr>
            <a:endParaRPr lang="en-US"/>
          </a:p>
          <a:p>
            <a:pPr marL="0" indent="0">
              <a:lnSpc>
                <a:spcPct val="90000"/>
              </a:lnSpc>
              <a:buNone/>
            </a:pPr>
            <a:r>
              <a:rPr lang="en-US"/>
              <a:t>Limitations:</a:t>
            </a:r>
          </a:p>
          <a:p>
            <a:pPr>
              <a:lnSpc>
                <a:spcPct val="90000"/>
              </a:lnSpc>
            </a:pPr>
            <a:r>
              <a:rPr lang="en-US"/>
              <a:t>No network segmentation</a:t>
            </a:r>
          </a:p>
          <a:p>
            <a:pPr>
              <a:lnSpc>
                <a:spcPct val="90000"/>
              </a:lnSpc>
            </a:pPr>
            <a:r>
              <a:rPr lang="en-US"/>
              <a:t>Easy lateral movement for attackers</a:t>
            </a:r>
          </a:p>
          <a:p>
            <a:pPr>
              <a:lnSpc>
                <a:spcPct val="90000"/>
              </a:lnSpc>
            </a:pPr>
            <a:r>
              <a:rPr lang="en-US"/>
              <a:t>High security risk</a:t>
            </a:r>
          </a:p>
        </p:txBody>
      </p:sp>
    </p:spTree>
    <p:extLst>
      <p:ext uri="{BB962C8B-B14F-4D97-AF65-F5344CB8AC3E}">
        <p14:creationId xmlns:p14="http://schemas.microsoft.com/office/powerpoint/2010/main" val="2866239338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48ACD6-A43C-DCAC-B319-F7303E3BEA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6" y="1150076"/>
            <a:ext cx="3920646" cy="4557849"/>
          </a:xfrm>
        </p:spPr>
        <p:txBody>
          <a:bodyPr>
            <a:normAutofit/>
          </a:bodyPr>
          <a:lstStyle/>
          <a:p>
            <a:pPr algn="r"/>
            <a:r>
              <a:rPr lang="en-US"/>
              <a:t>Existing System 2</a:t>
            </a:r>
            <a:br>
              <a:rPr lang="en-US"/>
            </a:br>
            <a:r>
              <a:rPr lang="en-US"/>
              <a:t>Vlan based enterprise network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E6C63-4446-9DC5-DA2A-D14C02DCF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Description: Departments are separated using VLANs.</a:t>
            </a:r>
          </a:p>
          <a:p>
            <a:pPr marL="0" indent="0">
              <a:buNone/>
            </a:pPr>
            <a:r>
              <a:rPr lang="en-US"/>
              <a:t>Reference: Cisco VLAN Design Documentation</a:t>
            </a:r>
          </a:p>
          <a:p>
            <a:pPr marL="0" indent="0">
              <a:buNone/>
            </a:pPr>
            <a:r>
              <a:rPr lang="en-US"/>
              <a:t>Advantage: </a:t>
            </a:r>
          </a:p>
          <a:p>
            <a:r>
              <a:rPr lang="en-US"/>
              <a:t>Better Segmentation</a:t>
            </a:r>
          </a:p>
          <a:p>
            <a:r>
              <a:rPr lang="en-US"/>
              <a:t>Reduced broadcast traffic</a:t>
            </a:r>
          </a:p>
          <a:p>
            <a:endParaRPr lang="en-US"/>
          </a:p>
          <a:p>
            <a:pPr marL="0" indent="0">
              <a:buNone/>
            </a:pPr>
            <a:r>
              <a:rPr lang="en-US"/>
              <a:t>Limitations:</a:t>
            </a:r>
          </a:p>
          <a:p>
            <a:r>
              <a:rPr lang="en-US"/>
              <a:t>Does not prevent rogue devices</a:t>
            </a:r>
          </a:p>
          <a:p>
            <a:r>
              <a:rPr lang="en-US"/>
              <a:t>Additional security mechanisms required</a:t>
            </a:r>
          </a:p>
        </p:txBody>
      </p:sp>
    </p:spTree>
    <p:extLst>
      <p:ext uri="{BB962C8B-B14F-4D97-AF65-F5344CB8AC3E}">
        <p14:creationId xmlns:p14="http://schemas.microsoft.com/office/powerpoint/2010/main" val="182769470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649E4E-633B-81FE-CFA9-EA8F5EBFC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811789" cy="4557849"/>
          </a:xfrm>
        </p:spPr>
        <p:txBody>
          <a:bodyPr>
            <a:normAutofit/>
          </a:bodyPr>
          <a:lstStyle/>
          <a:p>
            <a:pPr algn="r"/>
            <a:r>
              <a:rPr lang="en-US"/>
              <a:t>Existing system 3</a:t>
            </a:r>
            <a:br>
              <a:rPr lang="en-US"/>
            </a:br>
            <a:r>
              <a:rPr lang="en-US"/>
              <a:t>acl-based security networks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CFCBC-6590-1DAC-0E26-27BEF75F83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Description: Access control lists filter traffic between departments.</a:t>
            </a:r>
          </a:p>
          <a:p>
            <a:pPr marL="0" indent="0">
              <a:buNone/>
            </a:pPr>
            <a:r>
              <a:rPr lang="en-US"/>
              <a:t>Reference: Cisco ACL Configuration Guide</a:t>
            </a:r>
          </a:p>
          <a:p>
            <a:pPr marL="0" indent="0">
              <a:buNone/>
            </a:pPr>
            <a:r>
              <a:rPr lang="en-US"/>
              <a:t>Advantage:</a:t>
            </a:r>
          </a:p>
          <a:p>
            <a:r>
              <a:rPr lang="en-US"/>
              <a:t>Better access control</a:t>
            </a:r>
          </a:p>
          <a:p>
            <a:r>
              <a:rPr lang="en-US"/>
              <a:t>Traffic filtering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Limitations:</a:t>
            </a:r>
          </a:p>
          <a:p>
            <a:r>
              <a:rPr lang="en-US"/>
              <a:t>Complex rule management</a:t>
            </a:r>
          </a:p>
          <a:p>
            <a:r>
              <a:rPr lang="en-US"/>
              <a:t>Human configuration errors</a:t>
            </a:r>
          </a:p>
        </p:txBody>
      </p:sp>
    </p:spTree>
    <p:extLst>
      <p:ext uri="{BB962C8B-B14F-4D97-AF65-F5344CB8AC3E}">
        <p14:creationId xmlns:p14="http://schemas.microsoft.com/office/powerpoint/2010/main" val="4258185899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EC2B3-1F0C-B6A2-CD80-D5DD5ED2B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643463"/>
            <a:ext cx="4714568" cy="1608124"/>
          </a:xfrm>
        </p:spPr>
        <p:txBody>
          <a:bodyPr>
            <a:normAutofit/>
          </a:bodyPr>
          <a:lstStyle/>
          <a:p>
            <a:r>
              <a:rPr lang="en-US" sz="3300"/>
              <a:t>Existing system 4</a:t>
            </a:r>
            <a:br>
              <a:rPr lang="en-US" sz="3300"/>
            </a:br>
            <a:r>
              <a:rPr lang="en-US" sz="3300"/>
              <a:t>port security networks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AE508-4325-BE9C-E26A-1904084E72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64" r="33858" b="6250"/>
          <a:stretch>
            <a:fillRect/>
          </a:stretch>
        </p:blipFill>
        <p:spPr>
          <a:xfrm>
            <a:off x="-251460" y="0"/>
            <a:ext cx="6720840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6EDA01-C50B-8A8C-5657-2953A34DC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2251587"/>
            <a:ext cx="4714568" cy="3972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Description: Restricts access to switch ports by allowing only authorized devices.</a:t>
            </a:r>
          </a:p>
          <a:p>
            <a:pPr marL="0" indent="0">
              <a:buNone/>
            </a:pPr>
            <a:r>
              <a:rPr lang="en-US" dirty="0"/>
              <a:t>Reference: Cisco Catalyst Security Guide</a:t>
            </a:r>
          </a:p>
          <a:p>
            <a:pPr marL="0" indent="0">
              <a:buNone/>
            </a:pPr>
            <a:r>
              <a:rPr lang="en-US" dirty="0"/>
              <a:t>Advantages:</a:t>
            </a:r>
          </a:p>
          <a:p>
            <a:r>
              <a:rPr lang="en-US" dirty="0"/>
              <a:t>Prevents unauthorized device connections</a:t>
            </a:r>
          </a:p>
          <a:p>
            <a:r>
              <a:rPr lang="en-US" dirty="0"/>
              <a:t>Improves endpoint security</a:t>
            </a:r>
          </a:p>
          <a:p>
            <a:pPr marL="0" indent="0">
              <a:buNone/>
            </a:pPr>
            <a:r>
              <a:rPr lang="en-US" dirty="0"/>
              <a:t>Limitations:</a:t>
            </a:r>
          </a:p>
          <a:p>
            <a:r>
              <a:rPr lang="en-US" dirty="0"/>
              <a:t>Protects only switch ports</a:t>
            </a:r>
          </a:p>
          <a:p>
            <a:r>
              <a:rPr lang="en-US" dirty="0"/>
              <a:t>Cannot stop network-wide attacks</a:t>
            </a:r>
          </a:p>
        </p:txBody>
      </p:sp>
    </p:spTree>
    <p:extLst>
      <p:ext uri="{BB962C8B-B14F-4D97-AF65-F5344CB8AC3E}">
        <p14:creationId xmlns:p14="http://schemas.microsoft.com/office/powerpoint/2010/main" val="1756572927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DDE87-8F3E-9A0F-CAD9-AD49E0000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458" y="639097"/>
            <a:ext cx="6593075" cy="1612490"/>
          </a:xfrm>
        </p:spPr>
        <p:txBody>
          <a:bodyPr>
            <a:normAutofit/>
          </a:bodyPr>
          <a:lstStyle/>
          <a:p>
            <a:r>
              <a:rPr lang="en-US"/>
              <a:t>Existing system 5</a:t>
            </a:r>
            <a:br>
              <a:rPr lang="en-US"/>
            </a:br>
            <a:r>
              <a:rPr lang="en-US"/>
              <a:t>dhcp snooping networks</a:t>
            </a:r>
          </a:p>
        </p:txBody>
      </p:sp>
      <p:pic>
        <p:nvPicPr>
          <p:cNvPr id="5" name="Picture 4" descr="Blue blocks and networks technology background">
            <a:extLst>
              <a:ext uri="{FF2B5EF4-FFF2-40B4-BE49-F238E27FC236}">
                <a16:creationId xmlns:a16="http://schemas.microsoft.com/office/drawing/2014/main" id="{BB7FA2C5-8042-DCEC-0371-E7BB7E5B5F0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891" r="47083" b="-438"/>
          <a:stretch>
            <a:fillRect/>
          </a:stretch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957A8-6AEB-5AE7-CB6F-ED776536A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5458" y="2251587"/>
            <a:ext cx="6593075" cy="39722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/>
              <a:t>Description: Monitors DHCP traffic and prevents rogue DHCP servers.</a:t>
            </a:r>
          </a:p>
          <a:p>
            <a:pPr marL="0" indent="0">
              <a:buNone/>
            </a:pPr>
            <a:r>
              <a:rPr lang="en-US"/>
              <a:t>Reference: Cisco DHCP Snooping Documentation</a:t>
            </a:r>
          </a:p>
          <a:p>
            <a:pPr marL="0" indent="0">
              <a:buNone/>
            </a:pPr>
            <a:r>
              <a:rPr lang="en-US"/>
              <a:t>Advantages:</a:t>
            </a:r>
          </a:p>
          <a:p>
            <a:r>
              <a:rPr lang="en-US"/>
              <a:t>Protects against DHCP spoofing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Limitations</a:t>
            </a:r>
          </a:p>
          <a:p>
            <a:r>
              <a:rPr lang="en-US"/>
              <a:t>Protects only one attack vector</a:t>
            </a:r>
          </a:p>
          <a:p>
            <a:r>
              <a:rPr lang="en-US"/>
              <a:t>Additional security layers still required</a:t>
            </a:r>
          </a:p>
        </p:txBody>
      </p:sp>
    </p:spTree>
    <p:extLst>
      <p:ext uri="{BB962C8B-B14F-4D97-AF65-F5344CB8AC3E}">
        <p14:creationId xmlns:p14="http://schemas.microsoft.com/office/powerpoint/2010/main" val="1610690383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9D65-4E12-A7B4-E53E-04530243E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Proposed architecture</a:t>
            </a:r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630EF3-9D23-D01F-502F-970A7A3CE5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30582" y="573595"/>
            <a:ext cx="5994971" cy="5710810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1459045803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04" name="Rectangle 103">
            <a:extLst>
              <a:ext uri="{FF2B5EF4-FFF2-40B4-BE49-F238E27FC236}">
                <a16:creationId xmlns:a16="http://schemas.microsoft.com/office/drawing/2014/main" id="{1F94DC1C-47D1-41D7-8B1B-9A036D614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6" name="Picture 105">
            <a:extLst>
              <a:ext uri="{FF2B5EF4-FFF2-40B4-BE49-F238E27FC236}">
                <a16:creationId xmlns:a16="http://schemas.microsoft.com/office/drawing/2014/main" id="{811383CE-CE86-4E1C-B289-798EB9E6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22"/>
          <a:stretch/>
        </p:blipFill>
        <p:spPr>
          <a:xfrm>
            <a:off x="1" y="0"/>
            <a:ext cx="5896768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C2851A-BBFC-2A75-9C6A-A3EF6C168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7601"/>
            <a:ext cx="4513792" cy="281939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Gap analysis</a:t>
            </a:r>
          </a:p>
          <a:p>
            <a:pPr algn="r"/>
            <a:endParaRPr lang="en-US" sz="4800">
              <a:solidFill>
                <a:srgbClr val="FFFFFF"/>
              </a:solidFill>
            </a:endParaRPr>
          </a:p>
        </p:txBody>
      </p:sp>
      <p:sp useBgFill="1">
        <p:nvSpPr>
          <p:cNvPr id="108" name="Freeform 5">
            <a:extLst>
              <a:ext uri="{FF2B5EF4-FFF2-40B4-BE49-F238E27FC236}">
                <a16:creationId xmlns:a16="http://schemas.microsoft.com/office/drawing/2014/main" id="{AC12A592-C02D-46EF-8E1F-9335DB8D7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110" name="Freeform 14">
            <a:extLst>
              <a:ext uri="{FF2B5EF4-FFF2-40B4-BE49-F238E27FC236}">
                <a16:creationId xmlns:a16="http://schemas.microsoft.com/office/drawing/2014/main" id="{24005816-5BCA-4665-8A58-5580F8E9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BF07F359-8CA3-4854-91E7-EE6004020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8A7FCE86-4904-4337-8D0A-3ABA73F60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BA32C234-504D-411A-A62B-C1CFD8CE7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881593A9-FD94-454C-9225-478E90706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FA3524A1-6DED-4D15-ADE5-F797DBCEC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AA8491CF-856E-4A54-84A5-45C558D41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AD63A388-BF18-4ABD-96E0-5946B1ABB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9CF6D779-BD20-4058-AC29-AF4E2510C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4189C0F2-FCB0-4636-9B05-F9FCBB202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E74CB59A-0AC3-4235-A93D-73EE12466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2B6E97A3-E95A-4D79-A8F8-1945EA263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9F4ABF86-0905-4DE8-8F0B-D10D3D6F9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4FAAFEF7-DFA1-48C7-9E4E-FF7B1453C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ED828735-DFD9-4894-8461-77A2FB0C9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7A6C2585-E93E-489D-8819-FCEE3CFF1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E57C1F25-FC5C-4082-B4F6-888F8E467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F5DF4BDB-CA1D-4DA1-8D26-6BAEE0A21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315D2A0-DDA4-4A25-9CC7-7F90CCF0C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75312B72-7E7D-4B0B-960E-7D7C9540E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C48B42BB-3C0E-4546-957B-AB593E308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437809D5-5F69-4BC6-A661-44B2A8A68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B269CB4C-8BB5-4F63-8961-7EB8FE56D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D5E7B60C-3F52-49EA-99F5-BE42AF88D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1C5E885C-0F0D-4E11-8B78-4CE951E26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4BFA6E20-F564-4CA4-9150-FDD50B02C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C3C02C6B-B913-486F-ACAE-432DE1F77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6B5EE64-D401-45A4-82D4-85D4BF5C8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F622D05-678C-405E-A74F-8D92A9C6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D8E01EF1-6517-49CC-9891-1BD6D0F49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EC93E79A-63A6-4782-9D2C-BC50CD3B9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46C4B4DB-9B57-4C69-96EB-3E1910CEF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9BBDCDA7-4ECB-42B1-8524-3D30023D6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C7483057-DCDA-4BC6-8E99-7EAD94E8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Connector 144">
              <a:extLst>
                <a:ext uri="{FF2B5EF4-FFF2-40B4-BE49-F238E27FC236}">
                  <a16:creationId xmlns:a16="http://schemas.microsoft.com/office/drawing/2014/main" id="{E5C35A56-0BFD-443F-8C2B-CA73A3BFE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214A0AE5-3A88-4D5D-845C-5E906888C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44D7BF13-EDB8-4740-A3C5-87E2E7C67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Connector 147">
              <a:extLst>
                <a:ext uri="{FF2B5EF4-FFF2-40B4-BE49-F238E27FC236}">
                  <a16:creationId xmlns:a16="http://schemas.microsoft.com/office/drawing/2014/main" id="{16DAB64F-4B49-434F-BFB6-0BEB41AFB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>
              <a:extLst>
                <a:ext uri="{FF2B5EF4-FFF2-40B4-BE49-F238E27FC236}">
                  <a16:creationId xmlns:a16="http://schemas.microsoft.com/office/drawing/2014/main" id="{93B5AD9A-BDA6-42CE-A1C0-C07210307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>
              <a:extLst>
                <a:ext uri="{FF2B5EF4-FFF2-40B4-BE49-F238E27FC236}">
                  <a16:creationId xmlns:a16="http://schemas.microsoft.com/office/drawing/2014/main" id="{5FD67DCC-475F-4BED-A634-FCDD63176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>
              <a:extLst>
                <a:ext uri="{FF2B5EF4-FFF2-40B4-BE49-F238E27FC236}">
                  <a16:creationId xmlns:a16="http://schemas.microsoft.com/office/drawing/2014/main" id="{ED276E23-C86D-408D-821A-1E9A44CAE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>
              <a:extLst>
                <a:ext uri="{FF2B5EF4-FFF2-40B4-BE49-F238E27FC236}">
                  <a16:creationId xmlns:a16="http://schemas.microsoft.com/office/drawing/2014/main" id="{A879A029-D911-41C4-B218-E41871762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>
              <a:extLst>
                <a:ext uri="{FF2B5EF4-FFF2-40B4-BE49-F238E27FC236}">
                  <a16:creationId xmlns:a16="http://schemas.microsoft.com/office/drawing/2014/main" id="{E9C7C9F5-65FB-4EF9-9AAD-F7E1FC14B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>
              <a:extLst>
                <a:ext uri="{FF2B5EF4-FFF2-40B4-BE49-F238E27FC236}">
                  <a16:creationId xmlns:a16="http://schemas.microsoft.com/office/drawing/2014/main" id="{6115B885-5742-431C-BA48-96FC1F6D2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>
              <a:extLst>
                <a:ext uri="{FF2B5EF4-FFF2-40B4-BE49-F238E27FC236}">
                  <a16:creationId xmlns:a16="http://schemas.microsoft.com/office/drawing/2014/main" id="{6ACE37A6-0062-4B86-B4E6-18088040C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Connector 155">
              <a:extLst>
                <a:ext uri="{FF2B5EF4-FFF2-40B4-BE49-F238E27FC236}">
                  <a16:creationId xmlns:a16="http://schemas.microsoft.com/office/drawing/2014/main" id="{0A8679B4-56BA-43AB-A0A2-E2DA3E205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Connector 156">
              <a:extLst>
                <a:ext uri="{FF2B5EF4-FFF2-40B4-BE49-F238E27FC236}">
                  <a16:creationId xmlns:a16="http://schemas.microsoft.com/office/drawing/2014/main" id="{80DE24D2-627B-4C47-A858-A572BCDBA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Connector 157">
              <a:extLst>
                <a:ext uri="{FF2B5EF4-FFF2-40B4-BE49-F238E27FC236}">
                  <a16:creationId xmlns:a16="http://schemas.microsoft.com/office/drawing/2014/main" id="{B612A33E-5DE0-4E4D-9469-0BD0B3E0E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Connector 158">
              <a:extLst>
                <a:ext uri="{FF2B5EF4-FFF2-40B4-BE49-F238E27FC236}">
                  <a16:creationId xmlns:a16="http://schemas.microsoft.com/office/drawing/2014/main" id="{91673515-5E42-490F-85A0-45658D81C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Connector 159">
              <a:extLst>
                <a:ext uri="{FF2B5EF4-FFF2-40B4-BE49-F238E27FC236}">
                  <a16:creationId xmlns:a16="http://schemas.microsoft.com/office/drawing/2014/main" id="{6B048C17-3768-4DAF-A7AE-B2E717497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>
              <a:extLst>
                <a:ext uri="{FF2B5EF4-FFF2-40B4-BE49-F238E27FC236}">
                  <a16:creationId xmlns:a16="http://schemas.microsoft.com/office/drawing/2014/main" id="{BAA4E6AA-9D65-4EED-91CB-87A5762ED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>
              <a:extLst>
                <a:ext uri="{FF2B5EF4-FFF2-40B4-BE49-F238E27FC236}">
                  <a16:creationId xmlns:a16="http://schemas.microsoft.com/office/drawing/2014/main" id="{DB48B9EB-BBF2-48D7-A1D7-720D94506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>
              <a:extLst>
                <a:ext uri="{FF2B5EF4-FFF2-40B4-BE49-F238E27FC236}">
                  <a16:creationId xmlns:a16="http://schemas.microsoft.com/office/drawing/2014/main" id="{21492B79-7338-4309-8667-BB29A7BC7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>
              <a:extLst>
                <a:ext uri="{FF2B5EF4-FFF2-40B4-BE49-F238E27FC236}">
                  <a16:creationId xmlns:a16="http://schemas.microsoft.com/office/drawing/2014/main" id="{0352FD87-EC9C-4EB5-9ACC-A152F78FC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Connector 164">
              <a:extLst>
                <a:ext uri="{FF2B5EF4-FFF2-40B4-BE49-F238E27FC236}">
                  <a16:creationId xmlns:a16="http://schemas.microsoft.com/office/drawing/2014/main" id="{FF2CEA1F-EFA8-4353-B5F8-CCE27955A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Connector 165">
              <a:extLst>
                <a:ext uri="{FF2B5EF4-FFF2-40B4-BE49-F238E27FC236}">
                  <a16:creationId xmlns:a16="http://schemas.microsoft.com/office/drawing/2014/main" id="{63E2723F-2530-4636-9A19-8F11B156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>
              <a:extLst>
                <a:ext uri="{FF2B5EF4-FFF2-40B4-BE49-F238E27FC236}">
                  <a16:creationId xmlns:a16="http://schemas.microsoft.com/office/drawing/2014/main" id="{4A9EE901-51C9-4292-BB45-5EDB8568A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8" name="Straight Connector 167">
              <a:extLst>
                <a:ext uri="{FF2B5EF4-FFF2-40B4-BE49-F238E27FC236}">
                  <a16:creationId xmlns:a16="http://schemas.microsoft.com/office/drawing/2014/main" id="{555407C2-7321-48CD-811F-92C71F701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9" name="Straight Connector 168">
              <a:extLst>
                <a:ext uri="{FF2B5EF4-FFF2-40B4-BE49-F238E27FC236}">
                  <a16:creationId xmlns:a16="http://schemas.microsoft.com/office/drawing/2014/main" id="{E5298A8A-2787-4153-BDA2-E939BFD51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0" name="Straight Connector 169">
              <a:extLst>
                <a:ext uri="{FF2B5EF4-FFF2-40B4-BE49-F238E27FC236}">
                  <a16:creationId xmlns:a16="http://schemas.microsoft.com/office/drawing/2014/main" id="{C45057B3-3FAB-42ED-AF52-F00BB07FA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DA3F09E9-F476-4352-90E3-6A15C7426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2" name="Straight Connector 171">
              <a:extLst>
                <a:ext uri="{FF2B5EF4-FFF2-40B4-BE49-F238E27FC236}">
                  <a16:creationId xmlns:a16="http://schemas.microsoft.com/office/drawing/2014/main" id="{128F7C5C-CECC-45A8-8A1F-D679534D4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FFFDFE9C-2017-4831-9F1B-6A03B58B1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01BC942F-09CF-4A51-85A5-E23E2D71C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456B520-137F-484D-A1B1-7DA5C3F82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Connector 175">
              <a:extLst>
                <a:ext uri="{FF2B5EF4-FFF2-40B4-BE49-F238E27FC236}">
                  <a16:creationId xmlns:a16="http://schemas.microsoft.com/office/drawing/2014/main" id="{9ECA29F0-381E-4770-97BF-54C4E5220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Connector 176">
              <a:extLst>
                <a:ext uri="{FF2B5EF4-FFF2-40B4-BE49-F238E27FC236}">
                  <a16:creationId xmlns:a16="http://schemas.microsoft.com/office/drawing/2014/main" id="{D43CCF9F-8F11-4676-82F3-DEE8A48C8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8" name="Straight Connector 177">
              <a:extLst>
                <a:ext uri="{FF2B5EF4-FFF2-40B4-BE49-F238E27FC236}">
                  <a16:creationId xmlns:a16="http://schemas.microsoft.com/office/drawing/2014/main" id="{6FA620FD-6A45-4754-BF42-A9FA44966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9" name="Straight Connector 178">
              <a:extLst>
                <a:ext uri="{FF2B5EF4-FFF2-40B4-BE49-F238E27FC236}">
                  <a16:creationId xmlns:a16="http://schemas.microsoft.com/office/drawing/2014/main" id="{DC4D38F3-F3A2-42F4-8B57-DE978EC4A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0" name="Straight Connector 179">
              <a:extLst>
                <a:ext uri="{FF2B5EF4-FFF2-40B4-BE49-F238E27FC236}">
                  <a16:creationId xmlns:a16="http://schemas.microsoft.com/office/drawing/2014/main" id="{3C26D30E-A91E-4A5B-A419-0B9D79D57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1" name="Straight Connector 180">
              <a:extLst>
                <a:ext uri="{FF2B5EF4-FFF2-40B4-BE49-F238E27FC236}">
                  <a16:creationId xmlns:a16="http://schemas.microsoft.com/office/drawing/2014/main" id="{ADAB3EBC-722A-462E-AAAE-506E50038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2" name="Straight Connector 181">
              <a:extLst>
                <a:ext uri="{FF2B5EF4-FFF2-40B4-BE49-F238E27FC236}">
                  <a16:creationId xmlns:a16="http://schemas.microsoft.com/office/drawing/2014/main" id="{CBAABC17-832F-48CF-B0D7-0F7DE5460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Straight Connector 182">
              <a:extLst>
                <a:ext uri="{FF2B5EF4-FFF2-40B4-BE49-F238E27FC236}">
                  <a16:creationId xmlns:a16="http://schemas.microsoft.com/office/drawing/2014/main" id="{E1FCA513-75D7-414B-BE8F-D780746A1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Connector 183">
              <a:extLst>
                <a:ext uri="{FF2B5EF4-FFF2-40B4-BE49-F238E27FC236}">
                  <a16:creationId xmlns:a16="http://schemas.microsoft.com/office/drawing/2014/main" id="{F2EDEC73-B6F5-473F-934A-CEF57604A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5" name="Straight Connector 184">
              <a:extLst>
                <a:ext uri="{FF2B5EF4-FFF2-40B4-BE49-F238E27FC236}">
                  <a16:creationId xmlns:a16="http://schemas.microsoft.com/office/drawing/2014/main" id="{5B987884-C452-4492-A9F8-2770D3373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Straight Connector 185">
              <a:extLst>
                <a:ext uri="{FF2B5EF4-FFF2-40B4-BE49-F238E27FC236}">
                  <a16:creationId xmlns:a16="http://schemas.microsoft.com/office/drawing/2014/main" id="{9D978AF2-B7BB-4E05-81F1-1A5DBD1CB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Straight Connector 186">
              <a:extLst>
                <a:ext uri="{FF2B5EF4-FFF2-40B4-BE49-F238E27FC236}">
                  <a16:creationId xmlns:a16="http://schemas.microsoft.com/office/drawing/2014/main" id="{D7AD4D45-C3AB-458E-B826-0FACBD0DF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Straight Connector 187">
              <a:extLst>
                <a:ext uri="{FF2B5EF4-FFF2-40B4-BE49-F238E27FC236}">
                  <a16:creationId xmlns:a16="http://schemas.microsoft.com/office/drawing/2014/main" id="{A6E15555-6738-463C-B7DF-86429F2F9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9" name="Straight Connector 188">
              <a:extLst>
                <a:ext uri="{FF2B5EF4-FFF2-40B4-BE49-F238E27FC236}">
                  <a16:creationId xmlns:a16="http://schemas.microsoft.com/office/drawing/2014/main" id="{AE487172-B4C3-4D13-A562-EF0BA3DD9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0" name="Straight Connector 189">
              <a:extLst>
                <a:ext uri="{FF2B5EF4-FFF2-40B4-BE49-F238E27FC236}">
                  <a16:creationId xmlns:a16="http://schemas.microsoft.com/office/drawing/2014/main" id="{08E66297-1295-432A-AA84-7BB2341C1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5F4DA11-1D42-052E-B3BB-4CEF899EBDB2}"/>
              </a:ext>
            </a:extLst>
          </p:cNvPr>
          <p:cNvSpPr txBox="1"/>
          <p:nvPr/>
        </p:nvSpPr>
        <p:spPr>
          <a:xfrm>
            <a:off x="742304" y="1213463"/>
            <a:ext cx="4002936" cy="3637935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ctr" anchorCtr="0" forceAA="0" compatLnSpc="1">
            <a:prstTxWarp prst="textNoShape">
              <a:avLst/>
            </a:prstTxWarp>
            <a:normAutofit/>
          </a:bodyPr>
          <a:lstStyle/>
          <a:p>
            <a:pPr defTabSz="457200">
              <a:spcAft>
                <a:spcPts val="1000"/>
              </a:spcAft>
              <a:buClr>
                <a:schemeClr val="tx1"/>
              </a:buClr>
              <a:buSzPct val="100000"/>
            </a:pPr>
            <a:endParaRPr lang="en-US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E9D075-9B84-0A0B-5346-2697CA5EB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9220453"/>
              </p:ext>
            </p:extLst>
          </p:nvPr>
        </p:nvGraphicFramePr>
        <p:xfrm>
          <a:off x="6664679" y="2675798"/>
          <a:ext cx="5124328" cy="272740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2688702">
                  <a:extLst>
                    <a:ext uri="{9D8B030D-6E8A-4147-A177-3AD203B41FA5}">
                      <a16:colId xmlns:a16="http://schemas.microsoft.com/office/drawing/2014/main" val="1630201636"/>
                    </a:ext>
                  </a:extLst>
                </a:gridCol>
                <a:gridCol w="2435626">
                  <a:extLst>
                    <a:ext uri="{9D8B030D-6E8A-4147-A177-3AD203B41FA5}">
                      <a16:colId xmlns:a16="http://schemas.microsoft.com/office/drawing/2014/main" val="2363405922"/>
                    </a:ext>
                  </a:extLst>
                </a:gridCol>
              </a:tblGrid>
              <a:tr h="520448">
                <a:tc>
                  <a:txBody>
                    <a:bodyPr/>
                    <a:lstStyle/>
                    <a:p>
                      <a:r>
                        <a:rPr lang="en-US" sz="2200" b="0" cap="none" spc="0">
                          <a:solidFill>
                            <a:schemeClr val="tx1"/>
                          </a:solidFill>
                        </a:rPr>
                        <a:t> Security Mechanism</a:t>
                      </a:r>
                    </a:p>
                  </a:txBody>
                  <a:tcPr marL="0" marR="198064" marT="24765" marB="123827" anchor="b"/>
                </a:tc>
                <a:tc>
                  <a:txBody>
                    <a:bodyPr/>
                    <a:lstStyle/>
                    <a:p>
                      <a:r>
                        <a:rPr lang="en-US" sz="2200" b="0" cap="none" spc="0">
                          <a:solidFill>
                            <a:schemeClr val="tx1"/>
                          </a:solidFill>
                        </a:rPr>
                        <a:t> Limitations</a:t>
                      </a:r>
                    </a:p>
                  </a:txBody>
                  <a:tcPr marL="0" marR="198064" marT="24765" marB="123827" anchor="b"/>
                </a:tc>
                <a:extLst>
                  <a:ext uri="{0D108BD9-81ED-4DB2-BD59-A6C34878D82A}">
                    <a16:rowId xmlns:a16="http://schemas.microsoft.com/office/drawing/2014/main" val="423919871"/>
                  </a:ext>
                </a:extLst>
              </a:tr>
              <a:tr h="441391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VLAN</a:t>
                      </a:r>
                    </a:p>
                  </a:txBody>
                  <a:tcPr marL="0" marR="198064" marT="37148" marB="123827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Segmentation only</a:t>
                      </a:r>
                    </a:p>
                  </a:txBody>
                  <a:tcPr marL="0" marR="198064" marT="37148" marB="123827"/>
                </a:tc>
                <a:extLst>
                  <a:ext uri="{0D108BD9-81ED-4DB2-BD59-A6C34878D82A}">
                    <a16:rowId xmlns:a16="http://schemas.microsoft.com/office/drawing/2014/main" val="3427438059"/>
                  </a:ext>
                </a:extLst>
              </a:tr>
              <a:tr h="441391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ACL</a:t>
                      </a:r>
                    </a:p>
                  </a:txBody>
                  <a:tcPr marL="0" marR="198064" marT="37148" marB="123827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Rule Complexity</a:t>
                      </a:r>
                    </a:p>
                  </a:txBody>
                  <a:tcPr marL="0" marR="198064" marT="37148" marB="123827"/>
                </a:tc>
                <a:extLst>
                  <a:ext uri="{0D108BD9-81ED-4DB2-BD59-A6C34878D82A}">
                    <a16:rowId xmlns:a16="http://schemas.microsoft.com/office/drawing/2014/main" val="2592046129"/>
                  </a:ext>
                </a:extLst>
              </a:tr>
              <a:tr h="441391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Port Security</a:t>
                      </a:r>
                    </a:p>
                  </a:txBody>
                  <a:tcPr marL="0" marR="198064" marT="37148" marB="123827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Localized protections</a:t>
                      </a:r>
                    </a:p>
                  </a:txBody>
                  <a:tcPr marL="0" marR="198064" marT="37148" marB="123827"/>
                </a:tc>
                <a:extLst>
                  <a:ext uri="{0D108BD9-81ED-4DB2-BD59-A6C34878D82A}">
                    <a16:rowId xmlns:a16="http://schemas.microsoft.com/office/drawing/2014/main" val="293076710"/>
                  </a:ext>
                </a:extLst>
              </a:tr>
              <a:tr h="441391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DHCP snooping</a:t>
                      </a:r>
                    </a:p>
                  </a:txBody>
                  <a:tcPr marL="0" marR="198064" marT="37148" marB="123827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Limited scope</a:t>
                      </a:r>
                    </a:p>
                  </a:txBody>
                  <a:tcPr marL="0" marR="198064" marT="37148" marB="123827"/>
                </a:tc>
                <a:extLst>
                  <a:ext uri="{0D108BD9-81ED-4DB2-BD59-A6C34878D82A}">
                    <a16:rowId xmlns:a16="http://schemas.microsoft.com/office/drawing/2014/main" val="982977532"/>
                  </a:ext>
                </a:extLst>
              </a:tr>
              <a:tr h="441391"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Flat Network</a:t>
                      </a:r>
                    </a:p>
                  </a:txBody>
                  <a:tcPr marL="0" marR="198064" marT="37148" marB="123827"/>
                </a:tc>
                <a:tc>
                  <a:txBody>
                    <a:bodyPr/>
                    <a:lstStyle/>
                    <a:p>
                      <a:r>
                        <a:rPr lang="en-US" sz="1600" cap="none" spc="0">
                          <a:solidFill>
                            <a:schemeClr val="tx1"/>
                          </a:solidFill>
                        </a:rPr>
                        <a:t> No Security</a:t>
                      </a:r>
                    </a:p>
                  </a:txBody>
                  <a:tcPr marL="0" marR="198064" marT="37148" marB="123827"/>
                </a:tc>
                <a:extLst>
                  <a:ext uri="{0D108BD9-81ED-4DB2-BD59-A6C34878D82A}">
                    <a16:rowId xmlns:a16="http://schemas.microsoft.com/office/drawing/2014/main" val="401310647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DE8CF86F-C912-DB4D-B15C-34A44C028A48}"/>
              </a:ext>
            </a:extLst>
          </p:cNvPr>
          <p:cNvSpPr txBox="1"/>
          <p:nvPr/>
        </p:nvSpPr>
        <p:spPr>
          <a:xfrm>
            <a:off x="747829" y="3107644"/>
            <a:ext cx="451379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P" b="1">
                <a:solidFill>
                  <a:schemeClr val="bg1"/>
                </a:solidFill>
              </a:rPr>
              <a:t>Limitations of Existing Systems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Only individual security control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No single approach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Gaps still exist between departments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R</a:t>
            </a:r>
            <a:r>
              <a:rPr lang="en-NP">
                <a:solidFill>
                  <a:schemeClr val="bg1"/>
                </a:solidFill>
              </a:rPr>
              <a:t>equries multiple coordinated security mechanisms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bg1"/>
                </a:solidFill>
              </a:rPr>
              <a:t>E</a:t>
            </a:r>
            <a:r>
              <a:rPr lang="en-NP">
                <a:solidFill>
                  <a:schemeClr val="bg1"/>
                </a:solidFill>
              </a:rPr>
              <a:t>ffectiveness of security controls is rarely validated through attack simulations</a:t>
            </a:r>
          </a:p>
        </p:txBody>
      </p:sp>
    </p:spTree>
    <p:extLst>
      <p:ext uri="{BB962C8B-B14F-4D97-AF65-F5344CB8AC3E}">
        <p14:creationId xmlns:p14="http://schemas.microsoft.com/office/powerpoint/2010/main" val="38203097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4309F57-B331-41A7-9154-15EC2AF45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845162" cy="6858000"/>
          </a:xfrm>
          <a:custGeom>
            <a:avLst/>
            <a:gdLst>
              <a:gd name="connsiteX0" fmla="*/ 0 w 8845162"/>
              <a:gd name="connsiteY0" fmla="*/ 0 h 6858000"/>
              <a:gd name="connsiteX1" fmla="*/ 6265248 w 8845162"/>
              <a:gd name="connsiteY1" fmla="*/ 0 h 6858000"/>
              <a:gd name="connsiteX2" fmla="*/ 7537703 w 8845162"/>
              <a:gd name="connsiteY2" fmla="*/ 0 h 6858000"/>
              <a:gd name="connsiteX3" fmla="*/ 8845162 w 8845162"/>
              <a:gd name="connsiteY3" fmla="*/ 0 h 6858000"/>
              <a:gd name="connsiteX4" fmla="*/ 8845162 w 8845162"/>
              <a:gd name="connsiteY4" fmla="*/ 6858000 h 6858000"/>
              <a:gd name="connsiteX5" fmla="*/ 7537703 w 8845162"/>
              <a:gd name="connsiteY5" fmla="*/ 6858000 h 6858000"/>
              <a:gd name="connsiteX6" fmla="*/ 6265248 w 8845162"/>
              <a:gd name="connsiteY6" fmla="*/ 6858000 h 6858000"/>
              <a:gd name="connsiteX7" fmla="*/ 20957 w 8845162"/>
              <a:gd name="connsiteY7" fmla="*/ 6858000 h 6858000"/>
              <a:gd name="connsiteX8" fmla="*/ 46002 w 8845162"/>
              <a:gd name="connsiteY8" fmla="*/ 6702325 h 6858000"/>
              <a:gd name="connsiteX9" fmla="*/ 69870 w 8845162"/>
              <a:gd name="connsiteY9" fmla="*/ 6547334 h 6858000"/>
              <a:gd name="connsiteX10" fmla="*/ 93234 w 8845162"/>
              <a:gd name="connsiteY10" fmla="*/ 6391658 h 6858000"/>
              <a:gd name="connsiteX11" fmla="*/ 113237 w 8845162"/>
              <a:gd name="connsiteY11" fmla="*/ 6235295 h 6858000"/>
              <a:gd name="connsiteX12" fmla="*/ 133409 w 8845162"/>
              <a:gd name="connsiteY12" fmla="*/ 6079619 h 6858000"/>
              <a:gd name="connsiteX13" fmla="*/ 152234 w 8845162"/>
              <a:gd name="connsiteY13" fmla="*/ 5923256 h 6858000"/>
              <a:gd name="connsiteX14" fmla="*/ 168370 w 8845162"/>
              <a:gd name="connsiteY14" fmla="*/ 5768951 h 6858000"/>
              <a:gd name="connsiteX15" fmla="*/ 183667 w 8845162"/>
              <a:gd name="connsiteY15" fmla="*/ 5612589 h 6858000"/>
              <a:gd name="connsiteX16" fmla="*/ 197619 w 8845162"/>
              <a:gd name="connsiteY16" fmla="*/ 5456912 h 6858000"/>
              <a:gd name="connsiteX17" fmla="*/ 209720 w 8845162"/>
              <a:gd name="connsiteY17" fmla="*/ 5303979 h 6858000"/>
              <a:gd name="connsiteX18" fmla="*/ 221823 w 8845162"/>
              <a:gd name="connsiteY18" fmla="*/ 5148988 h 6858000"/>
              <a:gd name="connsiteX19" fmla="*/ 231908 w 8845162"/>
              <a:gd name="connsiteY19" fmla="*/ 4996055 h 6858000"/>
              <a:gd name="connsiteX20" fmla="*/ 239808 w 8845162"/>
              <a:gd name="connsiteY20" fmla="*/ 4843121 h 6858000"/>
              <a:gd name="connsiteX21" fmla="*/ 248045 w 8845162"/>
              <a:gd name="connsiteY21" fmla="*/ 4690874 h 6858000"/>
              <a:gd name="connsiteX22" fmla="*/ 254936 w 8845162"/>
              <a:gd name="connsiteY22" fmla="*/ 4539998 h 6858000"/>
              <a:gd name="connsiteX23" fmla="*/ 259811 w 8845162"/>
              <a:gd name="connsiteY23" fmla="*/ 4390493 h 6858000"/>
              <a:gd name="connsiteX24" fmla="*/ 264014 w 8845162"/>
              <a:gd name="connsiteY24" fmla="*/ 4240989 h 6858000"/>
              <a:gd name="connsiteX25" fmla="*/ 268047 w 8845162"/>
              <a:gd name="connsiteY25" fmla="*/ 4092856 h 6858000"/>
              <a:gd name="connsiteX26" fmla="*/ 269897 w 8845162"/>
              <a:gd name="connsiteY26" fmla="*/ 3946781 h 6858000"/>
              <a:gd name="connsiteX27" fmla="*/ 271913 w 8845162"/>
              <a:gd name="connsiteY27" fmla="*/ 3800705 h 6858000"/>
              <a:gd name="connsiteX28" fmla="*/ 272922 w 8845162"/>
              <a:gd name="connsiteY28" fmla="*/ 3656687 h 6858000"/>
              <a:gd name="connsiteX29" fmla="*/ 271913 w 8845162"/>
              <a:gd name="connsiteY29" fmla="*/ 3514041 h 6858000"/>
              <a:gd name="connsiteX30" fmla="*/ 271913 w 8845162"/>
              <a:gd name="connsiteY30" fmla="*/ 3372766 h 6858000"/>
              <a:gd name="connsiteX31" fmla="*/ 269897 w 8845162"/>
              <a:gd name="connsiteY31" fmla="*/ 3232863 h 6858000"/>
              <a:gd name="connsiteX32" fmla="*/ 266871 w 8845162"/>
              <a:gd name="connsiteY32" fmla="*/ 3095703 h 6858000"/>
              <a:gd name="connsiteX33" fmla="*/ 264014 w 8845162"/>
              <a:gd name="connsiteY33" fmla="*/ 2959915 h 6858000"/>
              <a:gd name="connsiteX34" fmla="*/ 260820 w 8845162"/>
              <a:gd name="connsiteY34" fmla="*/ 2826869 h 6858000"/>
              <a:gd name="connsiteX35" fmla="*/ 255946 w 8845162"/>
              <a:gd name="connsiteY35" fmla="*/ 2694510 h 6858000"/>
              <a:gd name="connsiteX36" fmla="*/ 250734 w 8845162"/>
              <a:gd name="connsiteY36" fmla="*/ 2564209 h 6858000"/>
              <a:gd name="connsiteX37" fmla="*/ 246028 w 8845162"/>
              <a:gd name="connsiteY37" fmla="*/ 2436650 h 6858000"/>
              <a:gd name="connsiteX38" fmla="*/ 232749 w 8845162"/>
              <a:gd name="connsiteY38" fmla="*/ 2187704 h 6858000"/>
              <a:gd name="connsiteX39" fmla="*/ 218630 w 8845162"/>
              <a:gd name="connsiteY39" fmla="*/ 1949046 h 6858000"/>
              <a:gd name="connsiteX40" fmla="*/ 203837 w 8845162"/>
              <a:gd name="connsiteY40" fmla="*/ 1719989 h 6858000"/>
              <a:gd name="connsiteX41" fmla="*/ 187532 w 8845162"/>
              <a:gd name="connsiteY41" fmla="*/ 1503276 h 6858000"/>
              <a:gd name="connsiteX42" fmla="*/ 170555 w 8845162"/>
              <a:gd name="connsiteY42" fmla="*/ 1296164 h 6858000"/>
              <a:gd name="connsiteX43" fmla="*/ 152234 w 8845162"/>
              <a:gd name="connsiteY43" fmla="*/ 1104140 h 6858000"/>
              <a:gd name="connsiteX44" fmla="*/ 134248 w 8845162"/>
              <a:gd name="connsiteY44" fmla="*/ 923775 h 6858000"/>
              <a:gd name="connsiteX45" fmla="*/ 116263 w 8845162"/>
              <a:gd name="connsiteY45" fmla="*/ 757811 h 6858000"/>
              <a:gd name="connsiteX46" fmla="*/ 99286 w 8845162"/>
              <a:gd name="connsiteY46" fmla="*/ 605564 h 6858000"/>
              <a:gd name="connsiteX47" fmla="*/ 83149 w 8845162"/>
              <a:gd name="connsiteY47" fmla="*/ 470461 h 6858000"/>
              <a:gd name="connsiteX48" fmla="*/ 67853 w 8845162"/>
              <a:gd name="connsiteY48" fmla="*/ 348389 h 6858000"/>
              <a:gd name="connsiteX49" fmla="*/ 55078 w 8845162"/>
              <a:gd name="connsiteY49" fmla="*/ 245519 h 6858000"/>
              <a:gd name="connsiteX50" fmla="*/ 42976 w 8845162"/>
              <a:gd name="connsiteY50" fmla="*/ 159108 h 6858000"/>
              <a:gd name="connsiteX51" fmla="*/ 25662 w 8845162"/>
              <a:gd name="connsiteY51" fmla="*/ 40464 h 6858000"/>
              <a:gd name="connsiteX52" fmla="*/ 19779 w 8845162"/>
              <a:gd name="connsiteY52" fmla="*/ 2 h 6858000"/>
              <a:gd name="connsiteX53" fmla="*/ 26532 w 8845162"/>
              <a:gd name="connsiteY53" fmla="*/ 2 h 6858000"/>
              <a:gd name="connsiteX54" fmla="*/ 26532 w 8845162"/>
              <a:gd name="connsiteY54" fmla="*/ 1 h 6858000"/>
              <a:gd name="connsiteX55" fmla="*/ 0 w 8845162"/>
              <a:gd name="connsiteY55" fmla="*/ 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</a:cxnLst>
            <a:rect l="l" t="t" r="r" b="b"/>
            <a:pathLst>
              <a:path w="8845162" h="6858000">
                <a:moveTo>
                  <a:pt x="0" y="0"/>
                </a:moveTo>
                <a:lnTo>
                  <a:pt x="6265248" y="0"/>
                </a:lnTo>
                <a:lnTo>
                  <a:pt x="7537703" y="0"/>
                </a:lnTo>
                <a:lnTo>
                  <a:pt x="8845162" y="0"/>
                </a:lnTo>
                <a:lnTo>
                  <a:pt x="8845162" y="6858000"/>
                </a:lnTo>
                <a:lnTo>
                  <a:pt x="7537703" y="6858000"/>
                </a:lnTo>
                <a:lnTo>
                  <a:pt x="6265248" y="6858000"/>
                </a:lnTo>
                <a:lnTo>
                  <a:pt x="20957" y="6858000"/>
                </a:lnTo>
                <a:lnTo>
                  <a:pt x="46002" y="6702325"/>
                </a:lnTo>
                <a:lnTo>
                  <a:pt x="69870" y="6547334"/>
                </a:lnTo>
                <a:lnTo>
                  <a:pt x="93234" y="6391658"/>
                </a:lnTo>
                <a:lnTo>
                  <a:pt x="113237" y="6235295"/>
                </a:lnTo>
                <a:lnTo>
                  <a:pt x="133409" y="6079619"/>
                </a:lnTo>
                <a:lnTo>
                  <a:pt x="152234" y="5923256"/>
                </a:lnTo>
                <a:lnTo>
                  <a:pt x="168370" y="5768951"/>
                </a:lnTo>
                <a:lnTo>
                  <a:pt x="183667" y="5612589"/>
                </a:lnTo>
                <a:lnTo>
                  <a:pt x="197619" y="5456912"/>
                </a:lnTo>
                <a:lnTo>
                  <a:pt x="209720" y="5303979"/>
                </a:lnTo>
                <a:lnTo>
                  <a:pt x="221823" y="5148988"/>
                </a:lnTo>
                <a:lnTo>
                  <a:pt x="231908" y="4996055"/>
                </a:lnTo>
                <a:lnTo>
                  <a:pt x="239808" y="4843121"/>
                </a:lnTo>
                <a:lnTo>
                  <a:pt x="248045" y="4690874"/>
                </a:lnTo>
                <a:lnTo>
                  <a:pt x="254936" y="4539998"/>
                </a:lnTo>
                <a:lnTo>
                  <a:pt x="259811" y="4390493"/>
                </a:lnTo>
                <a:lnTo>
                  <a:pt x="264014" y="4240989"/>
                </a:lnTo>
                <a:lnTo>
                  <a:pt x="268047" y="4092856"/>
                </a:lnTo>
                <a:lnTo>
                  <a:pt x="269897" y="3946781"/>
                </a:lnTo>
                <a:lnTo>
                  <a:pt x="271913" y="3800705"/>
                </a:lnTo>
                <a:lnTo>
                  <a:pt x="272922" y="3656687"/>
                </a:lnTo>
                <a:lnTo>
                  <a:pt x="271913" y="3514041"/>
                </a:lnTo>
                <a:lnTo>
                  <a:pt x="271913" y="3372766"/>
                </a:lnTo>
                <a:lnTo>
                  <a:pt x="269897" y="3232863"/>
                </a:lnTo>
                <a:lnTo>
                  <a:pt x="266871" y="3095703"/>
                </a:lnTo>
                <a:lnTo>
                  <a:pt x="264014" y="2959915"/>
                </a:lnTo>
                <a:lnTo>
                  <a:pt x="260820" y="2826869"/>
                </a:lnTo>
                <a:lnTo>
                  <a:pt x="255946" y="2694510"/>
                </a:lnTo>
                <a:lnTo>
                  <a:pt x="250734" y="2564209"/>
                </a:lnTo>
                <a:lnTo>
                  <a:pt x="246028" y="2436650"/>
                </a:lnTo>
                <a:lnTo>
                  <a:pt x="232749" y="2187704"/>
                </a:lnTo>
                <a:lnTo>
                  <a:pt x="218630" y="1949046"/>
                </a:lnTo>
                <a:lnTo>
                  <a:pt x="203837" y="1719989"/>
                </a:lnTo>
                <a:lnTo>
                  <a:pt x="187532" y="1503276"/>
                </a:lnTo>
                <a:lnTo>
                  <a:pt x="170555" y="1296164"/>
                </a:lnTo>
                <a:lnTo>
                  <a:pt x="152234" y="1104140"/>
                </a:lnTo>
                <a:lnTo>
                  <a:pt x="134248" y="923775"/>
                </a:lnTo>
                <a:lnTo>
                  <a:pt x="116263" y="757811"/>
                </a:lnTo>
                <a:lnTo>
                  <a:pt x="99286" y="605564"/>
                </a:lnTo>
                <a:lnTo>
                  <a:pt x="83149" y="470461"/>
                </a:lnTo>
                <a:lnTo>
                  <a:pt x="67853" y="348389"/>
                </a:lnTo>
                <a:lnTo>
                  <a:pt x="55078" y="245519"/>
                </a:lnTo>
                <a:lnTo>
                  <a:pt x="42976" y="159108"/>
                </a:lnTo>
                <a:lnTo>
                  <a:pt x="25662" y="40464"/>
                </a:lnTo>
                <a:lnTo>
                  <a:pt x="19779" y="2"/>
                </a:lnTo>
                <a:lnTo>
                  <a:pt x="26532" y="2"/>
                </a:lnTo>
                <a:lnTo>
                  <a:pt x="26532" y="1"/>
                </a:lnTo>
                <a:lnTo>
                  <a:pt x="0" y="1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454D24-B909-8596-21CB-4582BC878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4738" y="934794"/>
            <a:ext cx="7402285" cy="1360714"/>
          </a:xfrm>
        </p:spPr>
        <p:txBody>
          <a:bodyPr>
            <a:normAutofit/>
          </a:bodyPr>
          <a:lstStyle/>
          <a:p>
            <a:r>
              <a:rPr lang="en-US"/>
              <a:t>Novelty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A993FD-94EA-3802-A454-69DEC270BD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738" y="2295508"/>
            <a:ext cx="7402285" cy="3392110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NP"/>
              <a:t>Existing solutions focus on individual security mechanisms, the proposed system integrates multiple Cisco security technologies and emphasizes on detecting and preventing unauthorized access through a layered security architecture. We validate their effectiveness through simulated attack scenarios and unauthorized access attempts.</a:t>
            </a:r>
            <a:endParaRPr lang="en-US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NP" b="1"/>
              <a:t>Additional Features</a:t>
            </a:r>
            <a:endParaRPr lang="en-NP" b="1">
              <a:ea typeface="Calibri"/>
              <a:cs typeface="Calibri"/>
            </a:endParaRPr>
          </a:p>
          <a:p>
            <a:pPr lvl="0">
              <a:lnSpc>
                <a:spcPct val="90000"/>
              </a:lnSpc>
            </a:pPr>
            <a:r>
              <a:rPr lang="en-NP"/>
              <a:t>Department-wise isolation</a:t>
            </a:r>
            <a:endParaRPr lang="en-NP">
              <a:ea typeface="Calibri"/>
              <a:cs typeface="Calibri"/>
            </a:endParaRPr>
          </a:p>
          <a:p>
            <a:pPr lvl="0">
              <a:lnSpc>
                <a:spcPct val="90000"/>
              </a:lnSpc>
            </a:pPr>
            <a:r>
              <a:rPr lang="en-NP"/>
              <a:t>Role-based access control</a:t>
            </a:r>
            <a:endParaRPr lang="en-NP">
              <a:ea typeface="Calibri"/>
              <a:cs typeface="Calibri"/>
            </a:endParaRPr>
          </a:p>
          <a:p>
            <a:pPr lvl="0">
              <a:lnSpc>
                <a:spcPct val="90000"/>
              </a:lnSpc>
            </a:pPr>
            <a:r>
              <a:rPr lang="en-NP"/>
              <a:t>Threat simulation</a:t>
            </a:r>
            <a:endParaRPr lang="en-NP">
              <a:ea typeface="Calibri"/>
              <a:cs typeface="Calibri"/>
            </a:endParaRPr>
          </a:p>
          <a:p>
            <a:pPr lvl="0">
              <a:lnSpc>
                <a:spcPct val="90000"/>
              </a:lnSpc>
            </a:pPr>
            <a:r>
              <a:rPr lang="en-NP"/>
              <a:t>Security validation testing</a:t>
            </a:r>
            <a:endParaRPr lang="en-NP">
              <a:ea typeface="Calibri"/>
              <a:cs typeface="Calibri"/>
            </a:endParaRPr>
          </a:p>
          <a:p>
            <a:pPr lvl="0">
              <a:lnSpc>
                <a:spcPct val="90000"/>
              </a:lnSpc>
            </a:pPr>
            <a:r>
              <a:rPr lang="en-NP"/>
              <a:t>Client-server communication testing</a:t>
            </a:r>
            <a:endParaRPr lang="en-NP">
              <a:ea typeface="Calibri"/>
              <a:cs typeface="Calibri"/>
            </a:endParaRPr>
          </a:p>
          <a:p>
            <a:pPr>
              <a:lnSpc>
                <a:spcPct val="90000"/>
              </a:lnSpc>
            </a:pPr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4625395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A0CFE-FFF0-2B3D-3228-25ACB4A93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258" y="1164771"/>
            <a:ext cx="3704581" cy="1097039"/>
          </a:xfrm>
        </p:spPr>
        <p:txBody>
          <a:bodyPr>
            <a:normAutofit/>
          </a:bodyPr>
          <a:lstStyle/>
          <a:p>
            <a:r>
              <a:rPr lang="en-US"/>
              <a:t>methodology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1FC8FB-FCB6-4837-BA13-F13D4060AFB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1809679"/>
              </p:ext>
            </p:extLst>
          </p:nvPr>
        </p:nvGraphicFramePr>
        <p:xfrm>
          <a:off x="1023257" y="2362857"/>
          <a:ext cx="10131425" cy="3384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732737528"/>
      </p:ext>
    </p:ext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0E53EDA-3B94-4F6B-9E86-D3BB9EBB96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1FDEAD-EF57-0950-180D-5AF89A497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1150076"/>
            <a:ext cx="3659389" cy="4557849"/>
          </a:xfrm>
        </p:spPr>
        <p:txBody>
          <a:bodyPr>
            <a:normAutofit/>
          </a:bodyPr>
          <a:lstStyle/>
          <a:p>
            <a:pPr algn="r"/>
            <a:r>
              <a:rPr lang="en-US"/>
              <a:t>Client-server architecture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0EFD79F-7790-479B-B7DB-BD0D8C101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66923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64E31-E0B3-E8DB-04C5-E64CB476D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88658" y="1150076"/>
            <a:ext cx="6517543" cy="45578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Process</a:t>
            </a: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Clients sends request</a:t>
            </a: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Server validates request</a:t>
            </a: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Access control applied</a:t>
            </a: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2000" dirty="0"/>
              <a:t>Server sends response</a:t>
            </a:r>
            <a:endParaRPr lang="en-US" sz="2000" dirty="0">
              <a:ea typeface="Calibri"/>
              <a:cs typeface="Calibri"/>
            </a:endParaRPr>
          </a:p>
          <a:p>
            <a:pPr marL="342900" indent="-342900">
              <a:buFont typeface="+mj-lt"/>
              <a:buAutoNum type="arabicPeriod"/>
            </a:pPr>
            <a:endParaRPr lang="en-US" sz="2000" dirty="0"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2000" dirty="0"/>
              <a:t>Implemented using Python Socket Programming. Python will also implemented for user authentication, access control and activity logging.</a:t>
            </a:r>
            <a:endParaRPr lang="en-US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8206840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AF6706C-CF07-43A1-BCC4-CBA5D33820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F94DC1C-47D1-41D7-8B1B-9A036D614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11383CE-CE86-4E1C-B289-798EB9E6E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22"/>
          <a:stretch/>
        </p:blipFill>
        <p:spPr>
          <a:xfrm>
            <a:off x="1" y="0"/>
            <a:ext cx="5896768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D4BF0FF-3B63-A5A3-95FD-ABA5C08CE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761" y="4027844"/>
            <a:ext cx="3381678" cy="21770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pPr algn="r"/>
            <a:r>
              <a:rPr lang="en-US" sz="4800">
                <a:solidFill>
                  <a:srgbClr val="FFFFFF"/>
                </a:solidFill>
              </a:rPr>
              <a:t>Tools used</a:t>
            </a:r>
          </a:p>
        </p:txBody>
      </p:sp>
      <p:sp useBgFill="1">
        <p:nvSpPr>
          <p:cNvPr id="19" name="Freeform 5">
            <a:extLst>
              <a:ext uri="{FF2B5EF4-FFF2-40B4-BE49-F238E27FC236}">
                <a16:creationId xmlns:a16="http://schemas.microsoft.com/office/drawing/2014/main" id="{AC12A592-C02D-46EF-8E1F-9335DB8D7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5827529" y="660400"/>
            <a:ext cx="6381405" cy="6214533"/>
          </a:xfrm>
          <a:custGeom>
            <a:avLst/>
            <a:gdLst>
              <a:gd name="T0" fmla="*/ 1333 w 1333"/>
              <a:gd name="T1" fmla="*/ 1031 h 1298"/>
              <a:gd name="T2" fmla="*/ 1333 w 1333"/>
              <a:gd name="T3" fmla="*/ 380 h 1298"/>
              <a:gd name="T4" fmla="*/ 706 w 1333"/>
              <a:gd name="T5" fmla="*/ 0 h 1298"/>
              <a:gd name="T6" fmla="*/ 0 w 1333"/>
              <a:gd name="T7" fmla="*/ 706 h 1298"/>
              <a:gd name="T8" fmla="*/ 323 w 1333"/>
              <a:gd name="T9" fmla="*/ 1298 h 1298"/>
              <a:gd name="T10" fmla="*/ 1090 w 1333"/>
              <a:gd name="T11" fmla="*/ 1298 h 1298"/>
              <a:gd name="T12" fmla="*/ 1333 w 1333"/>
              <a:gd name="T13" fmla="*/ 1031 h 129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33" h="1298">
                <a:moveTo>
                  <a:pt x="1333" y="1031"/>
                </a:moveTo>
                <a:cubicBezTo>
                  <a:pt x="1333" y="380"/>
                  <a:pt x="1333" y="380"/>
                  <a:pt x="1333" y="380"/>
                </a:cubicBezTo>
                <a:cubicBezTo>
                  <a:pt x="1215" y="154"/>
                  <a:pt x="979" y="0"/>
                  <a:pt x="706" y="0"/>
                </a:cubicBezTo>
                <a:cubicBezTo>
                  <a:pt x="317" y="0"/>
                  <a:pt x="0" y="316"/>
                  <a:pt x="0" y="706"/>
                </a:cubicBezTo>
                <a:cubicBezTo>
                  <a:pt x="0" y="954"/>
                  <a:pt x="129" y="1172"/>
                  <a:pt x="323" y="1298"/>
                </a:cubicBezTo>
                <a:cubicBezTo>
                  <a:pt x="1090" y="1298"/>
                  <a:pt x="1090" y="1298"/>
                  <a:pt x="1090" y="1298"/>
                </a:cubicBezTo>
                <a:cubicBezTo>
                  <a:pt x="1193" y="1232"/>
                  <a:pt x="1276" y="1140"/>
                  <a:pt x="1333" y="1031"/>
                </a:cubicBezTo>
                <a:close/>
              </a:path>
            </a:pathLst>
          </a:cu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None/>
            </a:pPr>
            <a:endParaRPr lang="en-US" sz="1600" cap="all"/>
          </a:p>
        </p:txBody>
      </p:sp>
      <p:sp>
        <p:nvSpPr>
          <p:cNvPr id="21" name="Freeform 14">
            <a:extLst>
              <a:ext uri="{FF2B5EF4-FFF2-40B4-BE49-F238E27FC236}">
                <a16:creationId xmlns:a16="http://schemas.microsoft.com/office/drawing/2014/main" id="{24005816-5BCA-4665-8A58-5580F8E9C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81603" y="104899"/>
            <a:ext cx="6896713" cy="6005491"/>
          </a:xfrm>
          <a:custGeom>
            <a:avLst/>
            <a:gdLst>
              <a:gd name="connsiteX0" fmla="*/ 3912717 w 6896713"/>
              <a:gd name="connsiteY0" fmla="*/ 0 h 6005491"/>
              <a:gd name="connsiteX1" fmla="*/ 6679426 w 6896713"/>
              <a:gd name="connsiteY1" fmla="*/ 1146008 h 6005491"/>
              <a:gd name="connsiteX2" fmla="*/ 6896713 w 6896713"/>
              <a:gd name="connsiteY2" fmla="*/ 1385085 h 6005491"/>
              <a:gd name="connsiteX3" fmla="*/ 6896713 w 6896713"/>
              <a:gd name="connsiteY3" fmla="*/ 1431256 h 6005491"/>
              <a:gd name="connsiteX4" fmla="*/ 6657442 w 6896713"/>
              <a:gd name="connsiteY4" fmla="*/ 1167992 h 6005491"/>
              <a:gd name="connsiteX5" fmla="*/ 3912717 w 6896713"/>
              <a:gd name="connsiteY5" fmla="*/ 31089 h 6005491"/>
              <a:gd name="connsiteX6" fmla="*/ 31089 w 6896713"/>
              <a:gd name="connsiteY6" fmla="*/ 3912717 h 6005491"/>
              <a:gd name="connsiteX7" fmla="*/ 593046 w 6896713"/>
              <a:gd name="connsiteY7" fmla="*/ 5925483 h 6005491"/>
              <a:gd name="connsiteX8" fmla="*/ 633874 w 6896713"/>
              <a:gd name="connsiteY8" fmla="*/ 5989169 h 6005491"/>
              <a:gd name="connsiteX9" fmla="*/ 607415 w 6896713"/>
              <a:gd name="connsiteY9" fmla="*/ 6005491 h 6005491"/>
              <a:gd name="connsiteX10" fmla="*/ 566458 w 6896713"/>
              <a:gd name="connsiteY10" fmla="*/ 5941603 h 6005491"/>
              <a:gd name="connsiteX11" fmla="*/ 0 w 6896713"/>
              <a:gd name="connsiteY11" fmla="*/ 3912717 h 6005491"/>
              <a:gd name="connsiteX12" fmla="*/ 3912717 w 6896713"/>
              <a:gd name="connsiteY12" fmla="*/ 0 h 6005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96713" h="6005491">
                <a:moveTo>
                  <a:pt x="3912717" y="0"/>
                </a:moveTo>
                <a:cubicBezTo>
                  <a:pt x="4993184" y="0"/>
                  <a:pt x="5971363" y="437946"/>
                  <a:pt x="6679426" y="1146008"/>
                </a:cubicBezTo>
                <a:lnTo>
                  <a:pt x="6896713" y="1385085"/>
                </a:lnTo>
                <a:lnTo>
                  <a:pt x="6896713" y="1431256"/>
                </a:lnTo>
                <a:lnTo>
                  <a:pt x="6657442" y="1167992"/>
                </a:lnTo>
                <a:cubicBezTo>
                  <a:pt x="5955006" y="465555"/>
                  <a:pt x="4984599" y="31089"/>
                  <a:pt x="3912717" y="31089"/>
                </a:cubicBezTo>
                <a:cubicBezTo>
                  <a:pt x="1768953" y="31089"/>
                  <a:pt x="31089" y="1768953"/>
                  <a:pt x="31089" y="3912717"/>
                </a:cubicBezTo>
                <a:cubicBezTo>
                  <a:pt x="31089" y="4649636"/>
                  <a:pt x="236442" y="5338592"/>
                  <a:pt x="593046" y="5925483"/>
                </a:cubicBezTo>
                <a:lnTo>
                  <a:pt x="633874" y="5989169"/>
                </a:lnTo>
                <a:lnTo>
                  <a:pt x="607415" y="6005491"/>
                </a:lnTo>
                <a:lnTo>
                  <a:pt x="566458" y="5941603"/>
                </a:lnTo>
                <a:cubicBezTo>
                  <a:pt x="206998" y="5350013"/>
                  <a:pt x="0" y="4655538"/>
                  <a:pt x="0" y="3912717"/>
                </a:cubicBezTo>
                <a:cubicBezTo>
                  <a:pt x="0" y="1751783"/>
                  <a:pt x="1751783" y="0"/>
                  <a:pt x="3912717" y="0"/>
                </a:cubicBezTo>
                <a:close/>
              </a:path>
            </a:pathLst>
          </a:custGeom>
          <a:solidFill>
            <a:srgbClr val="FFFFFF">
              <a:alpha val="41961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F07F359-8CA3-4854-91E7-EE60040205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16018" y="331504"/>
            <a:ext cx="6675982" cy="5235326"/>
            <a:chOff x="5516018" y="331504"/>
            <a:chExt cx="6675982" cy="5235326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8A7FCE86-4904-4337-8D0A-3ABA73F609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9266830" y="3315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BA32C234-504D-411A-A62B-C1CFD8CE74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" flipH="1">
              <a:off x="9408861" y="3383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81593A9-FD94-454C-9225-478E907061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" flipH="1">
              <a:off x="9551700" y="34763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FA3524A1-6DED-4D15-ADE5-F797DBCEC7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60000" flipH="1">
              <a:off x="9688748" y="36808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AA8491CF-856E-4A54-84A5-45C558D41A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540000" flipH="1">
              <a:off x="9824866" y="38922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AD63A388-BF18-4ABD-96E0-5946B1ABB1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660000" flipH="1">
              <a:off x="9966867" y="41754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9CF6D779-BD20-4058-AC29-AF4E2510C2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780000" flipH="1">
              <a:off x="10104425" y="4458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89C0F2-FCB0-4636-9B05-F9FCBB2020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900000" flipH="1">
              <a:off x="10240513" y="47948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E74CB59A-0AC3-4235-A93D-73EE124669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080000" flipH="1">
              <a:off x="10373882" y="52435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B6E97A3-E95A-4D79-A8F8-1945EA2634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200000" flipH="1">
              <a:off x="10505632" y="570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9F4ABF86-0905-4DE8-8F0B-D10D3D6F9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320000" flipH="1">
              <a:off x="10637382" y="62134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FAAFEF7-DFA1-48C7-9E4E-FF7B1453C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440000" flipH="1">
              <a:off x="10760965" y="69043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ED828735-DFD9-4894-8461-77A2FB0C92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620000" flipH="1">
              <a:off x="10888991" y="755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7A6C2585-E93E-489D-8819-FCEE3CFF11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740000" flipH="1">
              <a:off x="11010193" y="81974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E57C1F25-FC5C-4082-B4F6-888F8E467E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860000" flipH="1">
              <a:off x="11129014" y="89566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5DF4BDB-CA1D-4DA1-8D26-6BAEE0A21A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1980000" flipH="1">
              <a:off x="11249872" y="9680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315D2A0-DDA4-4A25-9CC7-7F90CCF0C4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160000" flipH="1">
              <a:off x="11366875" y="10480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5312B72-7E7D-4B0B-960E-7D7C9540EB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280000" flipH="1">
              <a:off x="11474058" y="11315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C48B42BB-3C0E-4546-957B-AB593E308C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400000" flipH="1">
              <a:off x="11583303" y="122179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437809D5-5F69-4BC6-A661-44B2A8A682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520000" flipH="1">
              <a:off x="11685344" y="132177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B269CB4C-8BB5-4F63-8961-7EB8FE56D4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700000" flipH="1">
              <a:off x="11787704" y="14176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D5E7B60C-3F52-49EA-99F5-BE42AF88DD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820000" flipH="1">
              <a:off x="11880859" y="15179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1C5E885C-0F0D-4E11-8B78-4CE951E269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2940000" flipH="1">
              <a:off x="11969252" y="162743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4BFA6E20-F564-4CA4-9150-FDD50B02CD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3060000" flipH="1">
              <a:off x="12062016" y="173601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C3C02C6B-B913-486F-ACAE-432DE1F770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074680" y="1910249"/>
              <a:ext cx="117320" cy="82912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B6B5EE64-D401-45A4-82D4-85D4BF5C8E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2149943" y="2083594"/>
              <a:ext cx="39676" cy="21436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5F622D05-678C-405E-A74F-8D92A9C644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" flipH="1">
              <a:off x="9127990" y="33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D8E01EF1-6517-49CC-9891-1BD6D0F49D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" flipH="1">
              <a:off x="8987576" y="33663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>
              <a:extLst>
                <a:ext uri="{FF2B5EF4-FFF2-40B4-BE49-F238E27FC236}">
                  <a16:creationId xmlns:a16="http://schemas.microsoft.com/office/drawing/2014/main" id="{EC93E79A-63A6-4782-9D2C-BC50CD3B94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" flipH="1">
              <a:off x="8844859" y="35117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Connector 52">
              <a:extLst>
                <a:ext uri="{FF2B5EF4-FFF2-40B4-BE49-F238E27FC236}">
                  <a16:creationId xmlns:a16="http://schemas.microsoft.com/office/drawing/2014/main" id="{46C4B4DB-9B57-4C69-96EB-3E1910CEF4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" flipH="1">
              <a:off x="8706904" y="3657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9BBDCDA7-4ECB-42B1-8524-3D30023D6B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20000" flipH="1">
              <a:off x="8568008" y="38789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C7483057-DCDA-4BC6-8E99-7EAD94E87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840000" flipH="1">
              <a:off x="8429112" y="4100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5C35A56-0BFD-443F-8C2B-CA73A3BFE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960000" flipH="1">
              <a:off x="8294968" y="4462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214A0AE5-3A88-4D5D-845C-5E906888C8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080000" flipH="1">
              <a:off x="8160824" y="48237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44D7BF13-EDB8-4740-A3C5-87E2E7C676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260000" flipH="1">
              <a:off x="8027689" y="53184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Connector 58">
              <a:extLst>
                <a:ext uri="{FF2B5EF4-FFF2-40B4-BE49-F238E27FC236}">
                  <a16:creationId xmlns:a16="http://schemas.microsoft.com/office/drawing/2014/main" id="{16DAB64F-4B49-434F-BFB6-0BEB41AFB6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380000" flipH="1">
              <a:off x="7894554" y="58132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>
              <a:extLst>
                <a:ext uri="{FF2B5EF4-FFF2-40B4-BE49-F238E27FC236}">
                  <a16:creationId xmlns:a16="http://schemas.microsoft.com/office/drawing/2014/main" id="{93B5AD9A-BDA6-42CE-A1C0-C072103072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500000" flipH="1">
              <a:off x="7761419" y="63079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FD67DCC-475F-4BED-A634-FCDD63176B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620000" flipH="1">
              <a:off x="7636645" y="68980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D276E23-C86D-408D-821A-1E9A44CAEA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800000" flipH="1">
              <a:off x="7511871" y="75119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A879A029-D911-41C4-B218-E41871762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1920000" flipH="1">
              <a:off x="7387899" y="81977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E9C7C9F5-65FB-4EF9-9AAD-F7E1FC14B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040000" flipH="1">
              <a:off x="7268530" y="89316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6115B885-5742-431C-BA48-96FC1F6D22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160000" flipH="1">
              <a:off x="7152030" y="97658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6ACE37A6-0062-4B86-B4E6-18088040C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340000" flipH="1">
              <a:off x="7041695" y="106002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0A8679B4-56BA-43AB-A0A2-E2DA3E205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460000" flipH="1">
              <a:off x="6931360" y="114346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80DE24D2-627B-4C47-A858-A572BCDBAC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580000" flipH="1">
              <a:off x="6819070" y="123586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B612A33E-5DE0-4E4D-9469-0BD0B3E0E7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700000" flipH="1">
              <a:off x="6721359" y="133274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91673515-5E42-490F-85A0-45658D81C6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2880000" flipH="1">
              <a:off x="6617467" y="1429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6B048C17-3768-4DAF-A7AE-B2E7174970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000000" flipH="1">
              <a:off x="6520032" y="15272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BAA4E6AA-9D65-4EED-91CB-87A5762ED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120000" flipH="1">
              <a:off x="6429579" y="16416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>
              <a:extLst>
                <a:ext uri="{FF2B5EF4-FFF2-40B4-BE49-F238E27FC236}">
                  <a16:creationId xmlns:a16="http://schemas.microsoft.com/office/drawing/2014/main" id="{DB48B9EB-BBF2-48D7-A1D7-720D94506B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240000" flipH="1">
              <a:off x="6340532" y="17504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21492B79-7338-4309-8667-BB29A7BC7B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420000" flipH="1">
              <a:off x="6261757" y="18601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>
              <a:extLst>
                <a:ext uri="{FF2B5EF4-FFF2-40B4-BE49-F238E27FC236}">
                  <a16:creationId xmlns:a16="http://schemas.microsoft.com/office/drawing/2014/main" id="{0352FD87-EC9C-4EB5-9ACC-A152F78FC8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540000" flipH="1">
              <a:off x="6184144" y="197961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>
              <a:extLst>
                <a:ext uri="{FF2B5EF4-FFF2-40B4-BE49-F238E27FC236}">
                  <a16:creationId xmlns:a16="http://schemas.microsoft.com/office/drawing/2014/main" id="{FF2CEA1F-EFA8-4353-B5F8-CCE27955A1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660000" flipH="1">
              <a:off x="6106531" y="20990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>
              <a:extLst>
                <a:ext uri="{FF2B5EF4-FFF2-40B4-BE49-F238E27FC236}">
                  <a16:creationId xmlns:a16="http://schemas.microsoft.com/office/drawing/2014/main" id="{63E2723F-2530-4636-9A19-8F11B15662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780000" flipH="1">
              <a:off x="6043206" y="222255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4A9EE901-51C9-4292-BB45-5EDB8568A0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3960000" flipH="1">
              <a:off x="5978913" y="234430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>
              <a:extLst>
                <a:ext uri="{FF2B5EF4-FFF2-40B4-BE49-F238E27FC236}">
                  <a16:creationId xmlns:a16="http://schemas.microsoft.com/office/drawing/2014/main" id="{555407C2-7321-48CD-811F-92C71F701C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080000" flipH="1">
              <a:off x="5912438" y="24706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E5298A8A-2787-4153-BDA2-E939BFD514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200000" flipH="1">
              <a:off x="5858875" y="2600922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>
              <a:extLst>
                <a:ext uri="{FF2B5EF4-FFF2-40B4-BE49-F238E27FC236}">
                  <a16:creationId xmlns:a16="http://schemas.microsoft.com/office/drawing/2014/main" id="{C45057B3-3FAB-42ED-AF52-F00BB07FA5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320000" flipH="1">
              <a:off x="5808182" y="273404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>
              <a:extLst>
                <a:ext uri="{FF2B5EF4-FFF2-40B4-BE49-F238E27FC236}">
                  <a16:creationId xmlns:a16="http://schemas.microsoft.com/office/drawing/2014/main" id="{DA3F09E9-F476-4352-90E3-6A15C7426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500000" flipH="1">
              <a:off x="5773263" y="286686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>
              <a:extLst>
                <a:ext uri="{FF2B5EF4-FFF2-40B4-BE49-F238E27FC236}">
                  <a16:creationId xmlns:a16="http://schemas.microsoft.com/office/drawing/2014/main" id="{128F7C5C-CECC-45A8-8A1F-D679534D4C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620000" flipH="1">
              <a:off x="5735963" y="300206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Connector 83">
              <a:extLst>
                <a:ext uri="{FF2B5EF4-FFF2-40B4-BE49-F238E27FC236}">
                  <a16:creationId xmlns:a16="http://schemas.microsoft.com/office/drawing/2014/main" id="{FFFDFE9C-2017-4831-9F1B-6A03B58B10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740000" flipH="1">
              <a:off x="5700105" y="313891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Connector 84">
              <a:extLst>
                <a:ext uri="{FF2B5EF4-FFF2-40B4-BE49-F238E27FC236}">
                  <a16:creationId xmlns:a16="http://schemas.microsoft.com/office/drawing/2014/main" id="{01BC942F-09CF-4A51-85A5-E23E2D71C8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4860000" flipH="1">
              <a:off x="5665939" y="3275489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Connector 85">
              <a:extLst>
                <a:ext uri="{FF2B5EF4-FFF2-40B4-BE49-F238E27FC236}">
                  <a16:creationId xmlns:a16="http://schemas.microsoft.com/office/drawing/2014/main" id="{1456B520-137F-484D-A1B1-7DA5C3F823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040000" flipH="1">
              <a:off x="5644476" y="341425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Connector 86">
              <a:extLst>
                <a:ext uri="{FF2B5EF4-FFF2-40B4-BE49-F238E27FC236}">
                  <a16:creationId xmlns:a16="http://schemas.microsoft.com/office/drawing/2014/main" id="{9ECA29F0-381E-4770-97BF-54C4E52201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160000" flipH="1">
              <a:off x="5626530" y="355462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>
              <a:extLst>
                <a:ext uri="{FF2B5EF4-FFF2-40B4-BE49-F238E27FC236}">
                  <a16:creationId xmlns:a16="http://schemas.microsoft.com/office/drawing/2014/main" id="{D43CCF9F-8F11-4676-82F3-DEE8A48C85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280000" flipH="1">
              <a:off x="5616429" y="3691831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Connector 88">
              <a:extLst>
                <a:ext uri="{FF2B5EF4-FFF2-40B4-BE49-F238E27FC236}">
                  <a16:creationId xmlns:a16="http://schemas.microsoft.com/office/drawing/2014/main" id="{6FA620FD-6A45-4754-BF42-A9FA44966D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400000" flipH="1">
              <a:off x="5611319" y="38353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Connector 89">
              <a:extLst>
                <a:ext uri="{FF2B5EF4-FFF2-40B4-BE49-F238E27FC236}">
                  <a16:creationId xmlns:a16="http://schemas.microsoft.com/office/drawing/2014/main" id="{DC4D38F3-F3A2-42F4-8B57-DE978EC4AD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580000" flipH="1">
              <a:off x="5608540" y="3975726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Straight Connector 90">
              <a:extLst>
                <a:ext uri="{FF2B5EF4-FFF2-40B4-BE49-F238E27FC236}">
                  <a16:creationId xmlns:a16="http://schemas.microsoft.com/office/drawing/2014/main" id="{3C26D30E-A91E-4A5B-A419-0B9D79D57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700000" flipH="1">
              <a:off x="5605761" y="411607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Connector 91">
              <a:extLst>
                <a:ext uri="{FF2B5EF4-FFF2-40B4-BE49-F238E27FC236}">
                  <a16:creationId xmlns:a16="http://schemas.microsoft.com/office/drawing/2014/main" id="{ADAB3EBC-722A-462E-AAAE-506E50038E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820000" flipH="1">
              <a:off x="5624195" y="425421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Straight Connector 92">
              <a:extLst>
                <a:ext uri="{FF2B5EF4-FFF2-40B4-BE49-F238E27FC236}">
                  <a16:creationId xmlns:a16="http://schemas.microsoft.com/office/drawing/2014/main" id="{CBAABC17-832F-48CF-B0D7-0F7DE54607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5940000" flipH="1">
              <a:off x="5642629" y="43923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Connector 93">
              <a:extLst>
                <a:ext uri="{FF2B5EF4-FFF2-40B4-BE49-F238E27FC236}">
                  <a16:creationId xmlns:a16="http://schemas.microsoft.com/office/drawing/2014/main" id="{E1FCA513-75D7-414B-BE8F-D780746A1A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120000" flipH="1">
              <a:off x="5654818" y="4536385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>
              <a:extLst>
                <a:ext uri="{FF2B5EF4-FFF2-40B4-BE49-F238E27FC236}">
                  <a16:creationId xmlns:a16="http://schemas.microsoft.com/office/drawing/2014/main" id="{F2EDEC73-B6F5-473F-934A-CEF57604A8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240000" flipH="1">
              <a:off x="5684446" y="467136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Connector 95">
              <a:extLst>
                <a:ext uri="{FF2B5EF4-FFF2-40B4-BE49-F238E27FC236}">
                  <a16:creationId xmlns:a16="http://schemas.microsoft.com/office/drawing/2014/main" id="{5B987884-C452-4492-A9F8-2770D3373B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360000" flipH="1">
              <a:off x="5714074" y="4808730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>
              <a:extLst>
                <a:ext uri="{FF2B5EF4-FFF2-40B4-BE49-F238E27FC236}">
                  <a16:creationId xmlns:a16="http://schemas.microsoft.com/office/drawing/2014/main" id="{9D978AF2-B7BB-4E05-81F1-1A5DBD1CB4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480000" flipH="1">
              <a:off x="5748464" y="4948474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D7AD4D45-C3AB-458E-B826-0FACBD0DF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660000" flipH="1">
              <a:off x="5792091" y="5077607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A6E15555-6738-463C-B7DF-86429F2F96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780000" flipH="1">
              <a:off x="5847441" y="521122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AE487172-B4C3-4D13-A562-EF0BA3DD96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6900000" flipH="1">
              <a:off x="5900410" y="5342458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08E66297-1295-432A-AA84-7BB2341C19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rot="-7020000" flipH="1">
              <a:off x="5955760" y="5473693"/>
              <a:ext cx="3394" cy="182880"/>
            </a:xfrm>
            <a:prstGeom prst="line">
              <a:avLst/>
            </a:prstGeom>
            <a:ln>
              <a:solidFill>
                <a:srgbClr val="FFFFFF">
                  <a:alpha val="30196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68EE743-66EA-DE84-F1EC-C4AEB3CCD1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76794171"/>
              </p:ext>
            </p:extLst>
          </p:nvPr>
        </p:nvGraphicFramePr>
        <p:xfrm>
          <a:off x="6664679" y="2740757"/>
          <a:ext cx="5124329" cy="3020682"/>
        </p:xfrm>
        <a:graphic>
          <a:graphicData uri="http://schemas.openxmlformats.org/drawingml/2006/table">
            <a:tbl>
              <a:tblPr firstRow="1" bandRow="1">
                <a:noFill/>
                <a:tableStyleId>{5C22544A-7EE6-4342-B048-85BDC9FD1C3A}</a:tableStyleId>
              </a:tblPr>
              <a:tblGrid>
                <a:gridCol w="2195031">
                  <a:extLst>
                    <a:ext uri="{9D8B030D-6E8A-4147-A177-3AD203B41FA5}">
                      <a16:colId xmlns:a16="http://schemas.microsoft.com/office/drawing/2014/main" val="2258643082"/>
                    </a:ext>
                  </a:extLst>
                </a:gridCol>
                <a:gridCol w="2929298">
                  <a:extLst>
                    <a:ext uri="{9D8B030D-6E8A-4147-A177-3AD203B41FA5}">
                      <a16:colId xmlns:a16="http://schemas.microsoft.com/office/drawing/2014/main" val="3383613803"/>
                    </a:ext>
                  </a:extLst>
                </a:gridCol>
              </a:tblGrid>
              <a:tr h="519497">
                <a:tc>
                  <a:txBody>
                    <a:bodyPr/>
                    <a:lstStyle/>
                    <a:p>
                      <a:r>
                        <a:rPr lang="en-US" sz="1500" b="1" cap="all" spc="150">
                          <a:solidFill>
                            <a:srgbClr val="FFFFFF"/>
                          </a:solidFill>
                        </a:rPr>
                        <a:t>Tool</a:t>
                      </a:r>
                    </a:p>
                  </a:txBody>
                  <a:tcPr marL="214078" marR="128447" marT="128447" marB="128447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b="1" cap="all" spc="150">
                          <a:solidFill>
                            <a:srgbClr val="FFFFFF"/>
                          </a:solidFill>
                        </a:rPr>
                        <a:t>Purpose</a:t>
                      </a:r>
                    </a:p>
                  </a:txBody>
                  <a:tcPr marL="214078" marR="128447" marT="128447" marB="128447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noFill/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636B68">
                        <a:alpha val="69804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028079"/>
                  </a:ext>
                </a:extLst>
              </a:tr>
              <a:tr h="519497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Cisco Packet Tracer</a:t>
                      </a:r>
                    </a:p>
                  </a:txBody>
                  <a:tcPr marL="214078" marR="128447" marT="128447" marB="128447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Network Simulation</a:t>
                      </a:r>
                    </a:p>
                  </a:txBody>
                  <a:tcPr marL="214078" marR="128447" marT="128447" marB="128447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596137"/>
                  </a:ext>
                </a:extLst>
              </a:tr>
              <a:tr h="605982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Python</a:t>
                      </a:r>
                    </a:p>
                  </a:txBody>
                  <a:tcPr marL="214078" marR="128447" marT="128447" marB="128447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Client-Server Programming, Authentication, Access Control, and Activity Logging</a:t>
                      </a:r>
                    </a:p>
                  </a:txBody>
                  <a:tcPr marL="214078" marR="128447" marT="128447" marB="128447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6163810"/>
                  </a:ext>
                </a:extLst>
              </a:tr>
              <a:tr h="519497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Wireshark</a:t>
                      </a:r>
                    </a:p>
                  </a:txBody>
                  <a:tcPr marL="214078" marR="128447" marT="128447" marB="128447">
                    <a:lnL w="38100" cap="flat" cmpd="sng" algn="ctr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Packet Analysis</a:t>
                      </a:r>
                    </a:p>
                  </a:txBody>
                  <a:tcPr marL="214078" marR="128447" marT="128447" marB="128447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878E8B">
                        <a:alpha val="1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2539095"/>
                  </a:ext>
                </a:extLst>
              </a:tr>
              <a:tr h="519497">
                <a:tc>
                  <a:txBody>
                    <a:bodyPr/>
                    <a:lstStyle/>
                    <a:p>
                      <a:r>
                        <a:rPr lang="en-US" sz="1500" cap="none" spc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Visual Studio Code</a:t>
                      </a:r>
                    </a:p>
                  </a:txBody>
                  <a:tcPr marL="214078" marR="128447" marT="128447" marB="128447">
                    <a:lnL w="12700" cmpd="sng">
                      <a:noFill/>
                      <a:prstDash val="soli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500" cap="none" spc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</a:rPr>
                        <a:t>Development Environment</a:t>
                      </a:r>
                    </a:p>
                  </a:txBody>
                  <a:tcPr marL="214078" marR="128447" marT="128447" marB="128447">
                    <a:lnL w="38100" cap="flat" cmpd="sng" algn="ctr">
                      <a:solidFill>
                        <a:srgbClr val="FFFFFF"/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rgbClr val="878E8B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40395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3551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D07F2-C822-A565-CA81-4D2691F23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64315" y="1433755"/>
            <a:ext cx="6593075" cy="1612490"/>
          </a:xfrm>
        </p:spPr>
        <p:txBody>
          <a:bodyPr>
            <a:normAutofit/>
          </a:bodyPr>
          <a:lstStyle/>
          <a:p>
            <a:r>
              <a:rPr lang="en-US"/>
              <a:t>References</a:t>
            </a:r>
          </a:p>
        </p:txBody>
      </p:sp>
      <p:pic>
        <p:nvPicPr>
          <p:cNvPr id="26" name="Picture 25" descr="An abstract design with lines and financial symbols">
            <a:extLst>
              <a:ext uri="{FF2B5EF4-FFF2-40B4-BE49-F238E27FC236}">
                <a16:creationId xmlns:a16="http://schemas.microsoft.com/office/drawing/2014/main" id="{2787D57D-B99D-07B3-E941-2C052C33AE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6035" r="28944" b="3"/>
          <a:stretch>
            <a:fillRect/>
          </a:stretch>
        </p:blipFill>
        <p:spPr>
          <a:xfrm>
            <a:off x="20" y="975"/>
            <a:ext cx="4635988" cy="6858000"/>
          </a:xfrm>
          <a:prstGeom prst="rect">
            <a:avLst/>
          </a:prstGeom>
        </p:spPr>
      </p:pic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36BD464F-2DB0-CC8A-6638-A2D2043F3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4315" y="1859701"/>
            <a:ext cx="6593075" cy="3972232"/>
          </a:xfrm>
        </p:spPr>
        <p:txBody>
          <a:bodyPr>
            <a:normAutofit/>
          </a:bodyPr>
          <a:lstStyle/>
          <a:p>
            <a:r>
              <a:rPr lang="en-US"/>
              <a:t>Cisco Networking Academy</a:t>
            </a:r>
          </a:p>
          <a:p>
            <a:r>
              <a:rPr lang="en-US"/>
              <a:t>Cisco Security Documentation</a:t>
            </a:r>
          </a:p>
          <a:p>
            <a:r>
              <a:rPr lang="en-US"/>
              <a:t>Cisco Packet Tracer Documentation</a:t>
            </a:r>
          </a:p>
          <a:p>
            <a:r>
              <a:rPr lang="en-US"/>
              <a:t>Kurose &amp; Ross – Computer Networking</a:t>
            </a:r>
          </a:p>
          <a:p>
            <a:r>
              <a:rPr lang="en-US"/>
              <a:t>Forouzan – Data Communications and Networking</a:t>
            </a:r>
          </a:p>
        </p:txBody>
      </p:sp>
    </p:spTree>
    <p:extLst>
      <p:ext uri="{BB962C8B-B14F-4D97-AF65-F5344CB8AC3E}">
        <p14:creationId xmlns:p14="http://schemas.microsoft.com/office/powerpoint/2010/main" val="2347032891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CDCCF00-CB73-9347-9D77-AF5E031B0EEB}">
  <we:reference id="4b785c87-866c-4bad-85d8-5d1ae467ac9a" version="3.27.1.0" store="EXCatalog" storeType="EXCatalog"/>
  <we:alternateReferences>
    <we:reference id="WA104381909" version="3.27.1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67</TotalTime>
  <Words>692</Words>
  <Application>Microsoft Macintosh PowerPoint</Application>
  <PresentationFormat>Widescreen</PresentationFormat>
  <Paragraphs>180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Celestial</vt:lpstr>
      <vt:lpstr>Design and Simulation of a Multi-Layer Secure Enterprise Network</vt:lpstr>
      <vt:lpstr>Introduction</vt:lpstr>
      <vt:lpstr>Company Background SecurePay Technologies Pvt. Ltd.</vt:lpstr>
      <vt:lpstr>Departments</vt:lpstr>
      <vt:lpstr>Problem Statement</vt:lpstr>
      <vt:lpstr>Existing system 1 Traditional Flat Enterprise Network</vt:lpstr>
      <vt:lpstr>Existing System 2 Vlan based enterprise network</vt:lpstr>
      <vt:lpstr>Existing system 3 acl-based security networks</vt:lpstr>
      <vt:lpstr>Existing system 4 port security networks</vt:lpstr>
      <vt:lpstr>Existing system 5 dhcp snooping networks</vt:lpstr>
      <vt:lpstr>Proposed architecture</vt:lpstr>
      <vt:lpstr>Gap analysis </vt:lpstr>
      <vt:lpstr>Novelty</vt:lpstr>
      <vt:lpstr>methodology</vt:lpstr>
      <vt:lpstr>Client-server architecture</vt:lpstr>
      <vt:lpstr>Tools used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Aarya Chandra Joshi</dc:creator>
  <cp:lastModifiedBy>Aarya Chandra Joshi</cp:lastModifiedBy>
  <cp:revision>1</cp:revision>
  <dcterms:created xsi:type="dcterms:W3CDTF">2026-09-06T15:07:41Z</dcterms:created>
  <dcterms:modified xsi:type="dcterms:W3CDTF">2026-09-07T05:11:59Z</dcterms:modified>
</cp:coreProperties>
</file>